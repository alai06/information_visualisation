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DB679C-82F2-4357-B741-AE8382D2ADEC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85B7EC6-10C2-40CA-AD4B-C6780225AB83}">
      <dgm:prSet/>
      <dgm:spPr/>
      <dgm:t>
        <a:bodyPr/>
        <a:lstStyle/>
        <a:p>
          <a:r>
            <a:rPr lang="en-US"/>
            <a:t>Dataset</a:t>
          </a:r>
        </a:p>
      </dgm:t>
    </dgm:pt>
    <dgm:pt modelId="{B5C750BA-CA7A-4D3D-8D5A-2D5CD8756401}" type="parTrans" cxnId="{27CFC21E-42EF-487F-82CA-9EBCECBBC44B}">
      <dgm:prSet/>
      <dgm:spPr/>
      <dgm:t>
        <a:bodyPr/>
        <a:lstStyle/>
        <a:p>
          <a:endParaRPr lang="en-US"/>
        </a:p>
      </dgm:t>
    </dgm:pt>
    <dgm:pt modelId="{75458B30-4FE7-425E-900B-FC84CABB80A2}" type="sibTrans" cxnId="{27CFC21E-42EF-487F-82CA-9EBCECBBC44B}">
      <dgm:prSet/>
      <dgm:spPr/>
      <dgm:t>
        <a:bodyPr/>
        <a:lstStyle/>
        <a:p>
          <a:endParaRPr lang="en-US"/>
        </a:p>
      </dgm:t>
    </dgm:pt>
    <dgm:pt modelId="{8280C11B-61E7-4218-B1A1-BF45FACFA9F9}">
      <dgm:prSet/>
      <dgm:spPr/>
      <dgm:t>
        <a:bodyPr/>
        <a:lstStyle/>
        <a:p>
          <a:r>
            <a:rPr lang="en-US"/>
            <a:t>17,000+ films et séries (1945-2025)</a:t>
          </a:r>
        </a:p>
      </dgm:t>
    </dgm:pt>
    <dgm:pt modelId="{8435F242-DE5C-484D-809A-F373106877FD}" type="parTrans" cxnId="{E895EB6A-C052-4CA4-9407-5D8CACD7E993}">
      <dgm:prSet/>
      <dgm:spPr/>
      <dgm:t>
        <a:bodyPr/>
        <a:lstStyle/>
        <a:p>
          <a:endParaRPr lang="en-US"/>
        </a:p>
      </dgm:t>
    </dgm:pt>
    <dgm:pt modelId="{16397143-935B-46A7-BE2B-AA4898B5C616}" type="sibTrans" cxnId="{E895EB6A-C052-4CA4-9407-5D8CACD7E993}">
      <dgm:prSet/>
      <dgm:spPr/>
      <dgm:t>
        <a:bodyPr/>
        <a:lstStyle/>
        <a:p>
          <a:endParaRPr lang="en-US"/>
        </a:p>
      </dgm:t>
    </dgm:pt>
    <dgm:pt modelId="{41813D01-2C86-46DA-8D85-63D1B525C413}">
      <dgm:prSet/>
      <dgm:spPr/>
      <dgm:t>
        <a:bodyPr/>
        <a:lstStyle/>
        <a:p>
          <a:r>
            <a:rPr lang="en-US"/>
            <a:t>80+ genres, 90+ pays, 7 régions</a:t>
          </a:r>
        </a:p>
      </dgm:t>
    </dgm:pt>
    <dgm:pt modelId="{0A13BB04-5224-490A-9DF9-6381F72979A2}" type="parTrans" cxnId="{37A8037B-0BE9-4008-9F6F-F4591987854E}">
      <dgm:prSet/>
      <dgm:spPr/>
      <dgm:t>
        <a:bodyPr/>
        <a:lstStyle/>
        <a:p>
          <a:endParaRPr lang="en-US"/>
        </a:p>
      </dgm:t>
    </dgm:pt>
    <dgm:pt modelId="{0E7F76FC-8290-49F1-B4E9-0B1DC3271521}" type="sibTrans" cxnId="{37A8037B-0BE9-4008-9F6F-F4591987854E}">
      <dgm:prSet/>
      <dgm:spPr/>
      <dgm:t>
        <a:bodyPr/>
        <a:lstStyle/>
        <a:p>
          <a:endParaRPr lang="en-US"/>
        </a:p>
      </dgm:t>
    </dgm:pt>
    <dgm:pt modelId="{EDBB8CA1-1865-4FD2-BE64-206BA52AD4AF}">
      <dgm:prSet/>
      <dgm:spPr/>
      <dgm:t>
        <a:bodyPr/>
        <a:lstStyle/>
        <a:p>
          <a:r>
            <a:rPr lang="en-US"/>
            <a:t>Technologies</a:t>
          </a:r>
        </a:p>
      </dgm:t>
    </dgm:pt>
    <dgm:pt modelId="{EEE58CB3-2067-4AA7-83EB-CE8C403353F2}" type="parTrans" cxnId="{E116A17D-CB09-4A72-B3E9-F38CBA41839D}">
      <dgm:prSet/>
      <dgm:spPr/>
      <dgm:t>
        <a:bodyPr/>
        <a:lstStyle/>
        <a:p>
          <a:endParaRPr lang="en-US"/>
        </a:p>
      </dgm:t>
    </dgm:pt>
    <dgm:pt modelId="{5B022C0E-407A-4970-9127-784524061979}" type="sibTrans" cxnId="{E116A17D-CB09-4A72-B3E9-F38CBA41839D}">
      <dgm:prSet/>
      <dgm:spPr/>
      <dgm:t>
        <a:bodyPr/>
        <a:lstStyle/>
        <a:p>
          <a:endParaRPr lang="en-US"/>
        </a:p>
      </dgm:t>
    </dgm:pt>
    <dgm:pt modelId="{CEF8B0FD-8332-4E44-A5CA-C7F40BFA0B58}">
      <dgm:prSet/>
      <dgm:spPr/>
      <dgm:t>
        <a:bodyPr/>
        <a:lstStyle/>
        <a:p>
          <a:r>
            <a:rPr lang="en-US"/>
            <a:t>D3.js v7 (visualisations)</a:t>
          </a:r>
        </a:p>
      </dgm:t>
    </dgm:pt>
    <dgm:pt modelId="{4FB34418-3676-46A4-9AAB-6B1D04156784}" type="parTrans" cxnId="{5253F890-B5B5-453F-91A8-CDDB127682C7}">
      <dgm:prSet/>
      <dgm:spPr/>
      <dgm:t>
        <a:bodyPr/>
        <a:lstStyle/>
        <a:p>
          <a:endParaRPr lang="en-US"/>
        </a:p>
      </dgm:t>
    </dgm:pt>
    <dgm:pt modelId="{D6119941-0A76-4731-B0F1-AC17CAB34357}" type="sibTrans" cxnId="{5253F890-B5B5-453F-91A8-CDDB127682C7}">
      <dgm:prSet/>
      <dgm:spPr/>
      <dgm:t>
        <a:bodyPr/>
        <a:lstStyle/>
        <a:p>
          <a:endParaRPr lang="en-US"/>
        </a:p>
      </dgm:t>
    </dgm:pt>
    <dgm:pt modelId="{E50C8C63-6B64-476C-85AC-2C08D63A86B0}">
      <dgm:prSet/>
      <dgm:spPr/>
      <dgm:t>
        <a:bodyPr/>
        <a:lstStyle/>
        <a:p>
          <a:r>
            <a:rPr lang="en-US"/>
            <a:t>Python (prétraitement)</a:t>
          </a:r>
        </a:p>
      </dgm:t>
    </dgm:pt>
    <dgm:pt modelId="{CC0DAFF2-49D6-4AC2-9F74-932DE186F24F}" type="parTrans" cxnId="{9D2290F9-6C4C-4B1D-AA13-A3FD7B5CCB1A}">
      <dgm:prSet/>
      <dgm:spPr/>
      <dgm:t>
        <a:bodyPr/>
        <a:lstStyle/>
        <a:p>
          <a:endParaRPr lang="en-US"/>
        </a:p>
      </dgm:t>
    </dgm:pt>
    <dgm:pt modelId="{EA1ABD41-769D-4454-BD08-E2F9875B57D2}" type="sibTrans" cxnId="{9D2290F9-6C4C-4B1D-AA13-A3FD7B5CCB1A}">
      <dgm:prSet/>
      <dgm:spPr/>
      <dgm:t>
        <a:bodyPr/>
        <a:lstStyle/>
        <a:p>
          <a:endParaRPr lang="en-US"/>
        </a:p>
      </dgm:t>
    </dgm:pt>
    <dgm:pt modelId="{0DFF03B6-876C-428E-BF48-CEFA1F3355E4}">
      <dgm:prSet/>
      <dgm:spPr/>
      <dgm:t>
        <a:bodyPr/>
        <a:lstStyle/>
        <a:p>
          <a:r>
            <a:rPr lang="en-US"/>
            <a:t>Bootstrap (interface)</a:t>
          </a:r>
        </a:p>
      </dgm:t>
    </dgm:pt>
    <dgm:pt modelId="{8E492A40-5126-43C8-8CE7-72FD33AF7BDC}" type="parTrans" cxnId="{33816AF4-42DA-4BEA-B69D-F96E9E6ADA46}">
      <dgm:prSet/>
      <dgm:spPr/>
      <dgm:t>
        <a:bodyPr/>
        <a:lstStyle/>
        <a:p>
          <a:endParaRPr lang="en-US"/>
        </a:p>
      </dgm:t>
    </dgm:pt>
    <dgm:pt modelId="{B14CC1E9-5978-4B17-90B6-937C50303714}" type="sibTrans" cxnId="{33816AF4-42DA-4BEA-B69D-F96E9E6ADA46}">
      <dgm:prSet/>
      <dgm:spPr/>
      <dgm:t>
        <a:bodyPr/>
        <a:lstStyle/>
        <a:p>
          <a:endParaRPr lang="en-US"/>
        </a:p>
      </dgm:t>
    </dgm:pt>
    <dgm:pt modelId="{4E053489-4296-4D08-81A9-0481BA9F29D5}">
      <dgm:prSet/>
      <dgm:spPr/>
      <dgm:t>
        <a:bodyPr/>
        <a:lstStyle/>
        <a:p>
          <a:r>
            <a:rPr lang="en-US"/>
            <a:t>Objectif</a:t>
          </a:r>
        </a:p>
      </dgm:t>
    </dgm:pt>
    <dgm:pt modelId="{655E6E29-B829-4C08-BF25-B38585B0CC1A}" type="parTrans" cxnId="{27D59C2C-9179-4D6F-AF1D-5691171286FB}">
      <dgm:prSet/>
      <dgm:spPr/>
      <dgm:t>
        <a:bodyPr/>
        <a:lstStyle/>
        <a:p>
          <a:endParaRPr lang="en-US"/>
        </a:p>
      </dgm:t>
    </dgm:pt>
    <dgm:pt modelId="{EEA77936-EB7F-4FFF-AAD2-4EC45DD84797}" type="sibTrans" cxnId="{27D59C2C-9179-4D6F-AF1D-5691171286FB}">
      <dgm:prSet/>
      <dgm:spPr/>
      <dgm:t>
        <a:bodyPr/>
        <a:lstStyle/>
        <a:p>
          <a:endParaRPr lang="en-US"/>
        </a:p>
      </dgm:t>
    </dgm:pt>
    <dgm:pt modelId="{32C69658-4A29-4D13-AF9C-CB2D5C64FF8A}">
      <dgm:prSet/>
      <dgm:spPr/>
      <dgm:t>
        <a:bodyPr/>
        <a:lstStyle/>
        <a:p>
          <a:r>
            <a:rPr lang="en-US"/>
            <a:t>Explorer 80 ans d'histoire du cinéma à travers 4 visualisations interactives</a:t>
          </a:r>
        </a:p>
      </dgm:t>
    </dgm:pt>
    <dgm:pt modelId="{F5575A94-5625-4BC5-AB93-0C65FEA797BE}" type="parTrans" cxnId="{8F904BD2-5B2A-4A06-AD3E-820EFD623E24}">
      <dgm:prSet/>
      <dgm:spPr/>
      <dgm:t>
        <a:bodyPr/>
        <a:lstStyle/>
        <a:p>
          <a:endParaRPr lang="en-US"/>
        </a:p>
      </dgm:t>
    </dgm:pt>
    <dgm:pt modelId="{8F302D80-19A0-4953-8DBF-E3606424816D}" type="sibTrans" cxnId="{8F904BD2-5B2A-4A06-AD3E-820EFD623E24}">
      <dgm:prSet/>
      <dgm:spPr/>
      <dgm:t>
        <a:bodyPr/>
        <a:lstStyle/>
        <a:p>
          <a:endParaRPr lang="en-US"/>
        </a:p>
      </dgm:t>
    </dgm:pt>
    <dgm:pt modelId="{A1AE70F7-0B50-423E-8562-160E3A0BE4A2}" type="pres">
      <dgm:prSet presAssocID="{9ADB679C-82F2-4357-B741-AE8382D2ADEC}" presName="Name0" presStyleCnt="0">
        <dgm:presLayoutVars>
          <dgm:dir/>
          <dgm:animLvl val="lvl"/>
          <dgm:resizeHandles val="exact"/>
        </dgm:presLayoutVars>
      </dgm:prSet>
      <dgm:spPr/>
    </dgm:pt>
    <dgm:pt modelId="{7AFAEF5E-5A67-442E-8C6F-2FD3B4438195}" type="pres">
      <dgm:prSet presAssocID="{C85B7EC6-10C2-40CA-AD4B-C6780225AB83}" presName="composite" presStyleCnt="0"/>
      <dgm:spPr/>
    </dgm:pt>
    <dgm:pt modelId="{B81DAF01-2708-4D38-9F25-23D2175385C5}" type="pres">
      <dgm:prSet presAssocID="{C85B7EC6-10C2-40CA-AD4B-C6780225AB83}" presName="parTx" presStyleLbl="alignNode1" presStyleIdx="0" presStyleCnt="3">
        <dgm:presLayoutVars>
          <dgm:chMax val="0"/>
          <dgm:chPref val="0"/>
        </dgm:presLayoutVars>
      </dgm:prSet>
      <dgm:spPr/>
    </dgm:pt>
    <dgm:pt modelId="{31D0FC5E-9BEF-4223-A801-D29F886EB6FE}" type="pres">
      <dgm:prSet presAssocID="{C85B7EC6-10C2-40CA-AD4B-C6780225AB83}" presName="desTx" presStyleLbl="alignAccFollowNode1" presStyleIdx="0" presStyleCnt="3">
        <dgm:presLayoutVars/>
      </dgm:prSet>
      <dgm:spPr/>
    </dgm:pt>
    <dgm:pt modelId="{934A8D08-6BF7-4C97-9169-94BA131EE490}" type="pres">
      <dgm:prSet presAssocID="{75458B30-4FE7-425E-900B-FC84CABB80A2}" presName="space" presStyleCnt="0"/>
      <dgm:spPr/>
    </dgm:pt>
    <dgm:pt modelId="{E05F7A49-4B7E-44D4-BA63-AC121EAFD80B}" type="pres">
      <dgm:prSet presAssocID="{EDBB8CA1-1865-4FD2-BE64-206BA52AD4AF}" presName="composite" presStyleCnt="0"/>
      <dgm:spPr/>
    </dgm:pt>
    <dgm:pt modelId="{010F24B0-F740-46D7-BBD7-9B158DD8E9A1}" type="pres">
      <dgm:prSet presAssocID="{EDBB8CA1-1865-4FD2-BE64-206BA52AD4AF}" presName="parTx" presStyleLbl="alignNode1" presStyleIdx="1" presStyleCnt="3">
        <dgm:presLayoutVars>
          <dgm:chMax val="0"/>
          <dgm:chPref val="0"/>
        </dgm:presLayoutVars>
      </dgm:prSet>
      <dgm:spPr/>
    </dgm:pt>
    <dgm:pt modelId="{87F1BC3A-9793-41BD-BA5D-D870E2094FDE}" type="pres">
      <dgm:prSet presAssocID="{EDBB8CA1-1865-4FD2-BE64-206BA52AD4AF}" presName="desTx" presStyleLbl="alignAccFollowNode1" presStyleIdx="1" presStyleCnt="3">
        <dgm:presLayoutVars/>
      </dgm:prSet>
      <dgm:spPr/>
    </dgm:pt>
    <dgm:pt modelId="{C5418080-1940-4041-BD53-63CD29D34C2F}" type="pres">
      <dgm:prSet presAssocID="{5B022C0E-407A-4970-9127-784524061979}" presName="space" presStyleCnt="0"/>
      <dgm:spPr/>
    </dgm:pt>
    <dgm:pt modelId="{9CA20C1C-051B-46C2-87F8-F43F510E775A}" type="pres">
      <dgm:prSet presAssocID="{4E053489-4296-4D08-81A9-0481BA9F29D5}" presName="composite" presStyleCnt="0"/>
      <dgm:spPr/>
    </dgm:pt>
    <dgm:pt modelId="{0BACA27B-4E1F-4A20-B523-E8AA737835A1}" type="pres">
      <dgm:prSet presAssocID="{4E053489-4296-4D08-81A9-0481BA9F29D5}" presName="parTx" presStyleLbl="alignNode1" presStyleIdx="2" presStyleCnt="3">
        <dgm:presLayoutVars>
          <dgm:chMax val="0"/>
          <dgm:chPref val="0"/>
        </dgm:presLayoutVars>
      </dgm:prSet>
      <dgm:spPr/>
    </dgm:pt>
    <dgm:pt modelId="{FE251E80-4E95-4F51-AD4B-D991743CFFE2}" type="pres">
      <dgm:prSet presAssocID="{4E053489-4296-4D08-81A9-0481BA9F29D5}" presName="desTx" presStyleLbl="alignAccFollowNode1" presStyleIdx="2" presStyleCnt="3">
        <dgm:presLayoutVars/>
      </dgm:prSet>
      <dgm:spPr/>
    </dgm:pt>
  </dgm:ptLst>
  <dgm:cxnLst>
    <dgm:cxn modelId="{06CC5D1E-BF23-474D-B986-3045E84328D2}" type="presOf" srcId="{9ADB679C-82F2-4357-B741-AE8382D2ADEC}" destId="{A1AE70F7-0B50-423E-8562-160E3A0BE4A2}" srcOrd="0" destOrd="0" presId="urn:microsoft.com/office/officeart/2016/7/layout/HorizontalActionList"/>
    <dgm:cxn modelId="{27CFC21E-42EF-487F-82CA-9EBCECBBC44B}" srcId="{9ADB679C-82F2-4357-B741-AE8382D2ADEC}" destId="{C85B7EC6-10C2-40CA-AD4B-C6780225AB83}" srcOrd="0" destOrd="0" parTransId="{B5C750BA-CA7A-4D3D-8D5A-2D5CD8756401}" sibTransId="{75458B30-4FE7-425E-900B-FC84CABB80A2}"/>
    <dgm:cxn modelId="{27D59C2C-9179-4D6F-AF1D-5691171286FB}" srcId="{9ADB679C-82F2-4357-B741-AE8382D2ADEC}" destId="{4E053489-4296-4D08-81A9-0481BA9F29D5}" srcOrd="2" destOrd="0" parTransId="{655E6E29-B829-4C08-BF25-B38585B0CC1A}" sibTransId="{EEA77936-EB7F-4FFF-AAD2-4EC45DD84797}"/>
    <dgm:cxn modelId="{7E70CF3C-F9A3-450B-B211-B2207D48DB5E}" type="presOf" srcId="{4E053489-4296-4D08-81A9-0481BA9F29D5}" destId="{0BACA27B-4E1F-4A20-B523-E8AA737835A1}" srcOrd="0" destOrd="0" presId="urn:microsoft.com/office/officeart/2016/7/layout/HorizontalActionList"/>
    <dgm:cxn modelId="{E895EB6A-C052-4CA4-9407-5D8CACD7E993}" srcId="{C85B7EC6-10C2-40CA-AD4B-C6780225AB83}" destId="{8280C11B-61E7-4218-B1A1-BF45FACFA9F9}" srcOrd="0" destOrd="0" parTransId="{8435F242-DE5C-484D-809A-F373106877FD}" sibTransId="{16397143-935B-46A7-BE2B-AA4898B5C616}"/>
    <dgm:cxn modelId="{04639759-0727-4555-ABE5-20A29951D4DB}" type="presOf" srcId="{EDBB8CA1-1865-4FD2-BE64-206BA52AD4AF}" destId="{010F24B0-F740-46D7-BBD7-9B158DD8E9A1}" srcOrd="0" destOrd="0" presId="urn:microsoft.com/office/officeart/2016/7/layout/HorizontalActionList"/>
    <dgm:cxn modelId="{37A8037B-0BE9-4008-9F6F-F4591987854E}" srcId="{C85B7EC6-10C2-40CA-AD4B-C6780225AB83}" destId="{41813D01-2C86-46DA-8D85-63D1B525C413}" srcOrd="1" destOrd="0" parTransId="{0A13BB04-5224-490A-9DF9-6381F72979A2}" sibTransId="{0E7F76FC-8290-49F1-B4E9-0B1DC3271521}"/>
    <dgm:cxn modelId="{E116A17D-CB09-4A72-B3E9-F38CBA41839D}" srcId="{9ADB679C-82F2-4357-B741-AE8382D2ADEC}" destId="{EDBB8CA1-1865-4FD2-BE64-206BA52AD4AF}" srcOrd="1" destOrd="0" parTransId="{EEE58CB3-2067-4AA7-83EB-CE8C403353F2}" sibTransId="{5B022C0E-407A-4970-9127-784524061979}"/>
    <dgm:cxn modelId="{B0F3F782-CFC1-4FA2-BB75-0012EE044635}" type="presOf" srcId="{0DFF03B6-876C-428E-BF48-CEFA1F3355E4}" destId="{87F1BC3A-9793-41BD-BA5D-D870E2094FDE}" srcOrd="0" destOrd="2" presId="urn:microsoft.com/office/officeart/2016/7/layout/HorizontalActionList"/>
    <dgm:cxn modelId="{A6EA838B-836F-48C8-85DB-C3623C1021AF}" type="presOf" srcId="{C85B7EC6-10C2-40CA-AD4B-C6780225AB83}" destId="{B81DAF01-2708-4D38-9F25-23D2175385C5}" srcOrd="0" destOrd="0" presId="urn:microsoft.com/office/officeart/2016/7/layout/HorizontalActionList"/>
    <dgm:cxn modelId="{5253F890-B5B5-453F-91A8-CDDB127682C7}" srcId="{EDBB8CA1-1865-4FD2-BE64-206BA52AD4AF}" destId="{CEF8B0FD-8332-4E44-A5CA-C7F40BFA0B58}" srcOrd="0" destOrd="0" parTransId="{4FB34418-3676-46A4-9AAB-6B1D04156784}" sibTransId="{D6119941-0A76-4731-B0F1-AC17CAB34357}"/>
    <dgm:cxn modelId="{CBD65FA9-4627-4686-92DE-4E00F8549E26}" type="presOf" srcId="{41813D01-2C86-46DA-8D85-63D1B525C413}" destId="{31D0FC5E-9BEF-4223-A801-D29F886EB6FE}" srcOrd="0" destOrd="1" presId="urn:microsoft.com/office/officeart/2016/7/layout/HorizontalActionList"/>
    <dgm:cxn modelId="{1DDE4AB6-2AF6-412D-9B5E-6271EA0E7455}" type="presOf" srcId="{CEF8B0FD-8332-4E44-A5CA-C7F40BFA0B58}" destId="{87F1BC3A-9793-41BD-BA5D-D870E2094FDE}" srcOrd="0" destOrd="0" presId="urn:microsoft.com/office/officeart/2016/7/layout/HorizontalActionList"/>
    <dgm:cxn modelId="{8F904BD2-5B2A-4A06-AD3E-820EFD623E24}" srcId="{4E053489-4296-4D08-81A9-0481BA9F29D5}" destId="{32C69658-4A29-4D13-AF9C-CB2D5C64FF8A}" srcOrd="0" destOrd="0" parTransId="{F5575A94-5625-4BC5-AB93-0C65FEA797BE}" sibTransId="{8F302D80-19A0-4953-8DBF-E3606424816D}"/>
    <dgm:cxn modelId="{643E0ED5-EAB5-41CB-8D3B-B0C1658F3CF8}" type="presOf" srcId="{E50C8C63-6B64-476C-85AC-2C08D63A86B0}" destId="{87F1BC3A-9793-41BD-BA5D-D870E2094FDE}" srcOrd="0" destOrd="1" presId="urn:microsoft.com/office/officeart/2016/7/layout/HorizontalActionList"/>
    <dgm:cxn modelId="{1DA067DA-FC06-4B6D-B5AF-96EB294ADF3E}" type="presOf" srcId="{32C69658-4A29-4D13-AF9C-CB2D5C64FF8A}" destId="{FE251E80-4E95-4F51-AD4B-D991743CFFE2}" srcOrd="0" destOrd="0" presId="urn:microsoft.com/office/officeart/2016/7/layout/HorizontalActionList"/>
    <dgm:cxn modelId="{33816AF4-42DA-4BEA-B69D-F96E9E6ADA46}" srcId="{EDBB8CA1-1865-4FD2-BE64-206BA52AD4AF}" destId="{0DFF03B6-876C-428E-BF48-CEFA1F3355E4}" srcOrd="2" destOrd="0" parTransId="{8E492A40-5126-43C8-8CE7-72FD33AF7BDC}" sibTransId="{B14CC1E9-5978-4B17-90B6-937C50303714}"/>
    <dgm:cxn modelId="{9D2290F9-6C4C-4B1D-AA13-A3FD7B5CCB1A}" srcId="{EDBB8CA1-1865-4FD2-BE64-206BA52AD4AF}" destId="{E50C8C63-6B64-476C-85AC-2C08D63A86B0}" srcOrd="1" destOrd="0" parTransId="{CC0DAFF2-49D6-4AC2-9F74-932DE186F24F}" sibTransId="{EA1ABD41-769D-4454-BD08-E2F9875B57D2}"/>
    <dgm:cxn modelId="{F201DAFF-DA62-4711-98A1-6AF192DB52D9}" type="presOf" srcId="{8280C11B-61E7-4218-B1A1-BF45FACFA9F9}" destId="{31D0FC5E-9BEF-4223-A801-D29F886EB6FE}" srcOrd="0" destOrd="0" presId="urn:microsoft.com/office/officeart/2016/7/layout/HorizontalActionList"/>
    <dgm:cxn modelId="{78657325-CD09-45C4-B05E-F7D255CA4208}" type="presParOf" srcId="{A1AE70F7-0B50-423E-8562-160E3A0BE4A2}" destId="{7AFAEF5E-5A67-442E-8C6F-2FD3B4438195}" srcOrd="0" destOrd="0" presId="urn:microsoft.com/office/officeart/2016/7/layout/HorizontalActionList"/>
    <dgm:cxn modelId="{904D0C11-AAE0-4F74-AB8C-8060301AC376}" type="presParOf" srcId="{7AFAEF5E-5A67-442E-8C6F-2FD3B4438195}" destId="{B81DAF01-2708-4D38-9F25-23D2175385C5}" srcOrd="0" destOrd="0" presId="urn:microsoft.com/office/officeart/2016/7/layout/HorizontalActionList"/>
    <dgm:cxn modelId="{26E1D107-10DC-405A-BC63-67133D24F33F}" type="presParOf" srcId="{7AFAEF5E-5A67-442E-8C6F-2FD3B4438195}" destId="{31D0FC5E-9BEF-4223-A801-D29F886EB6FE}" srcOrd="1" destOrd="0" presId="urn:microsoft.com/office/officeart/2016/7/layout/HorizontalActionList"/>
    <dgm:cxn modelId="{4E040737-36E5-40ED-BE8B-A03A579AD442}" type="presParOf" srcId="{A1AE70F7-0B50-423E-8562-160E3A0BE4A2}" destId="{934A8D08-6BF7-4C97-9169-94BA131EE490}" srcOrd="1" destOrd="0" presId="urn:microsoft.com/office/officeart/2016/7/layout/HorizontalActionList"/>
    <dgm:cxn modelId="{BBA4546E-10C3-40CD-84B8-AA0DF7DC3252}" type="presParOf" srcId="{A1AE70F7-0B50-423E-8562-160E3A0BE4A2}" destId="{E05F7A49-4B7E-44D4-BA63-AC121EAFD80B}" srcOrd="2" destOrd="0" presId="urn:microsoft.com/office/officeart/2016/7/layout/HorizontalActionList"/>
    <dgm:cxn modelId="{DA0509FA-DDD4-403F-B7BC-031A0D68C53A}" type="presParOf" srcId="{E05F7A49-4B7E-44D4-BA63-AC121EAFD80B}" destId="{010F24B0-F740-46D7-BBD7-9B158DD8E9A1}" srcOrd="0" destOrd="0" presId="urn:microsoft.com/office/officeart/2016/7/layout/HorizontalActionList"/>
    <dgm:cxn modelId="{94414ACB-614D-4BD9-BBFD-C758CA8499C3}" type="presParOf" srcId="{E05F7A49-4B7E-44D4-BA63-AC121EAFD80B}" destId="{87F1BC3A-9793-41BD-BA5D-D870E2094FDE}" srcOrd="1" destOrd="0" presId="urn:microsoft.com/office/officeart/2016/7/layout/HorizontalActionList"/>
    <dgm:cxn modelId="{95609AB4-AA09-4534-AC6F-5FFC459B99E2}" type="presParOf" srcId="{A1AE70F7-0B50-423E-8562-160E3A0BE4A2}" destId="{C5418080-1940-4041-BD53-63CD29D34C2F}" srcOrd="3" destOrd="0" presId="urn:microsoft.com/office/officeart/2016/7/layout/HorizontalActionList"/>
    <dgm:cxn modelId="{80F7D9A3-58B6-4E29-9F68-159FC55B3F4E}" type="presParOf" srcId="{A1AE70F7-0B50-423E-8562-160E3A0BE4A2}" destId="{9CA20C1C-051B-46C2-87F8-F43F510E775A}" srcOrd="4" destOrd="0" presId="urn:microsoft.com/office/officeart/2016/7/layout/HorizontalActionList"/>
    <dgm:cxn modelId="{44550AF2-14E6-4E33-B80F-2092637D5FE1}" type="presParOf" srcId="{9CA20C1C-051B-46C2-87F8-F43F510E775A}" destId="{0BACA27B-4E1F-4A20-B523-E8AA737835A1}" srcOrd="0" destOrd="0" presId="urn:microsoft.com/office/officeart/2016/7/layout/HorizontalActionList"/>
    <dgm:cxn modelId="{CA9E9E7F-53DB-4257-827B-D295E93C82C7}" type="presParOf" srcId="{9CA20C1C-051B-46C2-87F8-F43F510E775A}" destId="{FE251E80-4E95-4F51-AD4B-D991743CFFE2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BF76A2-AB2B-4721-9429-B3692406E50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05D7236-962C-4881-A7B7-79CD16B90EF4}">
      <dgm:prSet/>
      <dgm:spPr/>
      <dgm:t>
        <a:bodyPr/>
        <a:lstStyle/>
        <a:p>
          <a:r>
            <a:rPr lang="en-US"/>
            <a:t>Du Raw Data aux Variables Visuelles</a:t>
          </a:r>
        </a:p>
      </dgm:t>
    </dgm:pt>
    <dgm:pt modelId="{054C9124-E856-433C-8103-63BC18A34AFE}" type="parTrans" cxnId="{4324A956-01F3-44D2-AAF8-784731D68058}">
      <dgm:prSet/>
      <dgm:spPr/>
      <dgm:t>
        <a:bodyPr/>
        <a:lstStyle/>
        <a:p>
          <a:endParaRPr lang="en-US"/>
        </a:p>
      </dgm:t>
    </dgm:pt>
    <dgm:pt modelId="{5CBCDE64-7510-4189-BBD6-D0DDFD1A48DA}" type="sibTrans" cxnId="{4324A956-01F3-44D2-AAF8-784731D68058}">
      <dgm:prSet/>
      <dgm:spPr/>
      <dgm:t>
        <a:bodyPr/>
        <a:lstStyle/>
        <a:p>
          <a:endParaRPr lang="en-US"/>
        </a:p>
      </dgm:t>
    </dgm:pt>
    <dgm:pt modelId="{2CB5FAB1-C45D-4D6C-8E5C-5FC4B0E007DE}">
      <dgm:prSet/>
      <dgm:spPr/>
      <dgm:t>
        <a:bodyPr/>
        <a:lstStyle/>
        <a:p>
          <a:r>
            <a:rPr lang="en-US"/>
            <a:t>1. DONNÉES BRUTES</a:t>
          </a:r>
        </a:p>
      </dgm:t>
    </dgm:pt>
    <dgm:pt modelId="{5513E48B-97FC-4F5C-8F25-21642B1D7102}" type="parTrans" cxnId="{CB1AE6F3-B13B-4477-BB3E-AFBFE4D0DF1B}">
      <dgm:prSet/>
      <dgm:spPr/>
      <dgm:t>
        <a:bodyPr/>
        <a:lstStyle/>
        <a:p>
          <a:endParaRPr lang="en-US"/>
        </a:p>
      </dgm:t>
    </dgm:pt>
    <dgm:pt modelId="{C84EDE3E-D3D0-46D3-8372-F3BE6BB21311}" type="sibTrans" cxnId="{CB1AE6F3-B13B-4477-BB3E-AFBFE4D0DF1B}">
      <dgm:prSet/>
      <dgm:spPr/>
      <dgm:t>
        <a:bodyPr/>
        <a:lstStyle/>
        <a:p>
          <a:endParaRPr lang="en-US"/>
        </a:p>
      </dgm:t>
    </dgm:pt>
    <dgm:pt modelId="{400D27FE-A7FA-4098-921F-1D65DAAC7A79}">
      <dgm:prSet/>
      <dgm:spPr/>
      <dgm:t>
        <a:bodyPr/>
        <a:lstStyle/>
        <a:p>
          <a:r>
            <a:rPr lang="en-US"/>
            <a:t>titles.csv → 17,000 lignes, codes pays, listes genres</a:t>
          </a:r>
        </a:p>
      </dgm:t>
    </dgm:pt>
    <dgm:pt modelId="{52098C4D-4A32-4FA1-9CEC-037D133B49C0}" type="parTrans" cxnId="{B5B86269-BAB5-4356-B8C0-79E9DC654903}">
      <dgm:prSet/>
      <dgm:spPr/>
      <dgm:t>
        <a:bodyPr/>
        <a:lstStyle/>
        <a:p>
          <a:endParaRPr lang="en-US"/>
        </a:p>
      </dgm:t>
    </dgm:pt>
    <dgm:pt modelId="{36FA82F3-572A-49C7-BB61-03A08E6423C4}" type="sibTrans" cxnId="{B5B86269-BAB5-4356-B8C0-79E9DC654903}">
      <dgm:prSet/>
      <dgm:spPr/>
      <dgm:t>
        <a:bodyPr/>
        <a:lstStyle/>
        <a:p>
          <a:endParaRPr lang="en-US"/>
        </a:p>
      </dgm:t>
    </dgm:pt>
    <dgm:pt modelId="{673F559D-9FF6-499C-8C33-C5AD10D27596}">
      <dgm:prSet/>
      <dgm:spPr/>
      <dgm:t>
        <a:bodyPr/>
        <a:lstStyle/>
        <a:p>
          <a:r>
            <a:rPr lang="en-US"/>
            <a:t>2. TRANSFORMATION (Python/pandas)</a:t>
          </a:r>
        </a:p>
      </dgm:t>
    </dgm:pt>
    <dgm:pt modelId="{3E5C61A2-1896-4FE4-8B27-0D297AF71847}" type="parTrans" cxnId="{7C89A8D4-3A59-4035-81FA-75EA9A4A65F3}">
      <dgm:prSet/>
      <dgm:spPr/>
      <dgm:t>
        <a:bodyPr/>
        <a:lstStyle/>
        <a:p>
          <a:endParaRPr lang="en-US"/>
        </a:p>
      </dgm:t>
    </dgm:pt>
    <dgm:pt modelId="{D0EC3AA1-1501-454D-82A8-60B7FC1A96E0}" type="sibTrans" cxnId="{7C89A8D4-3A59-4035-81FA-75EA9A4A65F3}">
      <dgm:prSet/>
      <dgm:spPr/>
      <dgm:t>
        <a:bodyPr/>
        <a:lstStyle/>
        <a:p>
          <a:endParaRPr lang="en-US"/>
        </a:p>
      </dgm:t>
    </dgm:pt>
    <dgm:pt modelId="{9F7E7160-7C7D-4854-BAE1-88A29A18DEFC}">
      <dgm:prSet/>
      <dgm:spPr/>
      <dgm:t>
        <a:bodyPr/>
        <a:lstStyle/>
        <a:p>
          <a:r>
            <a:rPr lang="en-US"/>
            <a:t>Nettoyage, Normalisation, Mapping régions</a:t>
          </a:r>
        </a:p>
      </dgm:t>
    </dgm:pt>
    <dgm:pt modelId="{E2D5E08D-5201-4C20-A825-CFD821AA2569}" type="parTrans" cxnId="{274872F4-ADEB-4680-87F7-ED54964D5550}">
      <dgm:prSet/>
      <dgm:spPr/>
      <dgm:t>
        <a:bodyPr/>
        <a:lstStyle/>
        <a:p>
          <a:endParaRPr lang="en-US"/>
        </a:p>
      </dgm:t>
    </dgm:pt>
    <dgm:pt modelId="{C758C9A8-E912-4266-BC9A-2F9BBFCFD088}" type="sibTrans" cxnId="{274872F4-ADEB-4680-87F7-ED54964D5550}">
      <dgm:prSet/>
      <dgm:spPr/>
      <dgm:t>
        <a:bodyPr/>
        <a:lstStyle/>
        <a:p>
          <a:endParaRPr lang="en-US"/>
        </a:p>
      </dgm:t>
    </dgm:pt>
    <dgm:pt modelId="{385A225C-23DE-4162-A859-DA87B7DB4C66}">
      <dgm:prSet/>
      <dgm:spPr/>
      <dgm:t>
        <a:bodyPr/>
        <a:lstStyle/>
        <a:p>
          <a:r>
            <a:rPr lang="en-US"/>
            <a:t>3. VARIABLES VISUELLES</a:t>
          </a:r>
        </a:p>
      </dgm:t>
    </dgm:pt>
    <dgm:pt modelId="{DC55FABD-8D0F-483D-8709-23F6553EAACA}" type="parTrans" cxnId="{4F765349-16C3-4E26-BF22-594550AC8B8B}">
      <dgm:prSet/>
      <dgm:spPr/>
      <dgm:t>
        <a:bodyPr/>
        <a:lstStyle/>
        <a:p>
          <a:endParaRPr lang="en-US"/>
        </a:p>
      </dgm:t>
    </dgm:pt>
    <dgm:pt modelId="{2FFE49F6-B343-4961-801C-7A60DECCCEA2}" type="sibTrans" cxnId="{4F765349-16C3-4E26-BF22-594550AC8B8B}">
      <dgm:prSet/>
      <dgm:spPr/>
      <dgm:t>
        <a:bodyPr/>
        <a:lstStyle/>
        <a:p>
          <a:endParaRPr lang="en-US"/>
        </a:p>
      </dgm:t>
    </dgm:pt>
    <dgm:pt modelId="{C7514CC1-9457-4032-AEDE-AF9A760253FA}">
      <dgm:prSet/>
      <dgm:spPr/>
      <dgm:t>
        <a:bodyPr/>
        <a:lstStyle/>
        <a:p>
          <a:r>
            <a:rPr lang="en-US"/>
            <a:t>Position (X,Y) → Scores, Votes</a:t>
          </a:r>
        </a:p>
      </dgm:t>
    </dgm:pt>
    <dgm:pt modelId="{9CB644D3-9E85-4A45-9AA6-AAF8535A989A}" type="parTrans" cxnId="{5BC2CE04-3331-45A3-9E1E-8241EF8A58A4}">
      <dgm:prSet/>
      <dgm:spPr/>
      <dgm:t>
        <a:bodyPr/>
        <a:lstStyle/>
        <a:p>
          <a:endParaRPr lang="en-US"/>
        </a:p>
      </dgm:t>
    </dgm:pt>
    <dgm:pt modelId="{FD4E6614-1B79-4CFB-BBAB-5F1712FE0BF1}" type="sibTrans" cxnId="{5BC2CE04-3331-45A3-9E1E-8241EF8A58A4}">
      <dgm:prSet/>
      <dgm:spPr/>
      <dgm:t>
        <a:bodyPr/>
        <a:lstStyle/>
        <a:p>
          <a:endParaRPr lang="en-US"/>
        </a:p>
      </dgm:t>
    </dgm:pt>
    <dgm:pt modelId="{9B4DB1A1-3053-443C-90C3-968956AAA67A}">
      <dgm:prSet/>
      <dgm:spPr/>
      <dgm:t>
        <a:bodyPr/>
        <a:lstStyle/>
        <a:p>
          <a:r>
            <a:rPr lang="en-US"/>
            <a:t>Taille → Popularité, Durée</a:t>
          </a:r>
        </a:p>
      </dgm:t>
    </dgm:pt>
    <dgm:pt modelId="{0734D9F8-F8AD-4EA0-92D9-0E651E4AAD38}" type="parTrans" cxnId="{66B0CF55-FAC0-4215-A31B-CD5B0A15A98A}">
      <dgm:prSet/>
      <dgm:spPr/>
      <dgm:t>
        <a:bodyPr/>
        <a:lstStyle/>
        <a:p>
          <a:endParaRPr lang="en-US"/>
        </a:p>
      </dgm:t>
    </dgm:pt>
    <dgm:pt modelId="{7FAD6BE2-3C63-48FF-8B11-D37564AB71D9}" type="sibTrans" cxnId="{66B0CF55-FAC0-4215-A31B-CD5B0A15A98A}">
      <dgm:prSet/>
      <dgm:spPr/>
      <dgm:t>
        <a:bodyPr/>
        <a:lstStyle/>
        <a:p>
          <a:endParaRPr lang="en-US"/>
        </a:p>
      </dgm:t>
    </dgm:pt>
    <dgm:pt modelId="{4873C768-47EF-4DC6-A249-1FED0776D88B}">
      <dgm:prSet/>
      <dgm:spPr/>
      <dgm:t>
        <a:bodyPr/>
        <a:lstStyle/>
        <a:p>
          <a:r>
            <a:rPr lang="en-US"/>
            <a:t>Couleur → Genres, Régions</a:t>
          </a:r>
        </a:p>
      </dgm:t>
    </dgm:pt>
    <dgm:pt modelId="{E4E34B98-C5D0-4714-B95A-1483479B83BC}" type="parTrans" cxnId="{E6DF756D-BB62-4FC0-8C93-9B1771FF46DB}">
      <dgm:prSet/>
      <dgm:spPr/>
      <dgm:t>
        <a:bodyPr/>
        <a:lstStyle/>
        <a:p>
          <a:endParaRPr lang="en-US"/>
        </a:p>
      </dgm:t>
    </dgm:pt>
    <dgm:pt modelId="{F5AF0798-C680-4B6C-AD73-229FB6621265}" type="sibTrans" cxnId="{E6DF756D-BB62-4FC0-8C93-9B1771FF46DB}">
      <dgm:prSet/>
      <dgm:spPr/>
      <dgm:t>
        <a:bodyPr/>
        <a:lstStyle/>
        <a:p>
          <a:endParaRPr lang="en-US"/>
        </a:p>
      </dgm:t>
    </dgm:pt>
    <dgm:pt modelId="{F6921F6F-63BA-42C8-85EE-54445B9997FB}">
      <dgm:prSet/>
      <dgm:spPr/>
      <dgm:t>
        <a:bodyPr/>
        <a:lstStyle/>
        <a:p>
          <a:r>
            <a:rPr lang="en-US"/>
            <a:t>4. RENDU (D3.js)</a:t>
          </a:r>
        </a:p>
      </dgm:t>
    </dgm:pt>
    <dgm:pt modelId="{8F3CB321-0B24-4BAA-BC06-16CCBCD722F0}" type="parTrans" cxnId="{A6AFDBFA-C1A1-46BD-8825-7DAF9B1364D2}">
      <dgm:prSet/>
      <dgm:spPr/>
      <dgm:t>
        <a:bodyPr/>
        <a:lstStyle/>
        <a:p>
          <a:endParaRPr lang="en-US"/>
        </a:p>
      </dgm:t>
    </dgm:pt>
    <dgm:pt modelId="{4665DAE8-61B5-4A05-97E1-A9405D81B101}" type="sibTrans" cxnId="{A6AFDBFA-C1A1-46BD-8825-7DAF9B1364D2}">
      <dgm:prSet/>
      <dgm:spPr/>
      <dgm:t>
        <a:bodyPr/>
        <a:lstStyle/>
        <a:p>
          <a:endParaRPr lang="en-US"/>
        </a:p>
      </dgm:t>
    </dgm:pt>
    <dgm:pt modelId="{183550E9-F537-47F0-9FAF-2B93C52765F9}">
      <dgm:prSet/>
      <dgm:spPr/>
      <dgm:t>
        <a:bodyPr/>
        <a:lstStyle/>
        <a:p>
          <a:r>
            <a:rPr lang="en-US"/>
            <a:t>SVG Generation + Interactions</a:t>
          </a:r>
        </a:p>
      </dgm:t>
    </dgm:pt>
    <dgm:pt modelId="{C9615B8E-519D-4287-AA0C-71DE26A6203C}" type="parTrans" cxnId="{54C69F5B-253A-400C-839B-9956F14CAF7D}">
      <dgm:prSet/>
      <dgm:spPr/>
      <dgm:t>
        <a:bodyPr/>
        <a:lstStyle/>
        <a:p>
          <a:endParaRPr lang="en-US"/>
        </a:p>
      </dgm:t>
    </dgm:pt>
    <dgm:pt modelId="{ED88687A-9939-415B-97C2-6B23F6E6303F}" type="sibTrans" cxnId="{54C69F5B-253A-400C-839B-9956F14CAF7D}">
      <dgm:prSet/>
      <dgm:spPr/>
      <dgm:t>
        <a:bodyPr/>
        <a:lstStyle/>
        <a:p>
          <a:endParaRPr lang="en-US"/>
        </a:p>
      </dgm:t>
    </dgm:pt>
    <dgm:pt modelId="{C78DDD94-3F94-4BAE-A823-3D890A4F5EB1}" type="pres">
      <dgm:prSet presAssocID="{BFBF76A2-AB2B-4721-9429-B3692406E50E}" presName="linear" presStyleCnt="0">
        <dgm:presLayoutVars>
          <dgm:animLvl val="lvl"/>
          <dgm:resizeHandles val="exact"/>
        </dgm:presLayoutVars>
      </dgm:prSet>
      <dgm:spPr/>
    </dgm:pt>
    <dgm:pt modelId="{CEFB7459-071A-4779-A7BD-F66402702C34}" type="pres">
      <dgm:prSet presAssocID="{805D7236-962C-4881-A7B7-79CD16B90EF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D9EC75F-4ECD-431D-AF6B-E52C7B81F03F}" type="pres">
      <dgm:prSet presAssocID="{5CBCDE64-7510-4189-BBD6-D0DDFD1A48DA}" presName="spacer" presStyleCnt="0"/>
      <dgm:spPr/>
    </dgm:pt>
    <dgm:pt modelId="{12695FE2-A1B6-42CD-90BB-9BD06BDD1660}" type="pres">
      <dgm:prSet presAssocID="{2CB5FAB1-C45D-4D6C-8E5C-5FC4B0E007D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7F25917-608A-4B6A-976B-FAAA61537662}" type="pres">
      <dgm:prSet presAssocID="{2CB5FAB1-C45D-4D6C-8E5C-5FC4B0E007DE}" presName="childText" presStyleLbl="revTx" presStyleIdx="0" presStyleCnt="4">
        <dgm:presLayoutVars>
          <dgm:bulletEnabled val="1"/>
        </dgm:presLayoutVars>
      </dgm:prSet>
      <dgm:spPr/>
    </dgm:pt>
    <dgm:pt modelId="{47027A8C-3923-4E3C-96FB-391A73C28CBA}" type="pres">
      <dgm:prSet presAssocID="{673F559D-9FF6-499C-8C33-C5AD10D2759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1D5F745-E0A8-482F-BE22-0082FE9AF855}" type="pres">
      <dgm:prSet presAssocID="{673F559D-9FF6-499C-8C33-C5AD10D27596}" presName="childText" presStyleLbl="revTx" presStyleIdx="1" presStyleCnt="4">
        <dgm:presLayoutVars>
          <dgm:bulletEnabled val="1"/>
        </dgm:presLayoutVars>
      </dgm:prSet>
      <dgm:spPr/>
    </dgm:pt>
    <dgm:pt modelId="{0B22C7F1-B5FB-415E-8196-5C8D03F30377}" type="pres">
      <dgm:prSet presAssocID="{385A225C-23DE-4162-A859-DA87B7DB4C6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9D40D5F-3D09-47C7-85EE-028330BBE599}" type="pres">
      <dgm:prSet presAssocID="{385A225C-23DE-4162-A859-DA87B7DB4C66}" presName="childText" presStyleLbl="revTx" presStyleIdx="2" presStyleCnt="4">
        <dgm:presLayoutVars>
          <dgm:bulletEnabled val="1"/>
        </dgm:presLayoutVars>
      </dgm:prSet>
      <dgm:spPr/>
    </dgm:pt>
    <dgm:pt modelId="{9B41238E-77E4-4667-9E43-B8A5AFA1A55E}" type="pres">
      <dgm:prSet presAssocID="{F6921F6F-63BA-42C8-85EE-54445B9997FB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4E5D58F-E4F0-4FDF-A3C2-B599F33E30E8}" type="pres">
      <dgm:prSet presAssocID="{F6921F6F-63BA-42C8-85EE-54445B9997FB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5BC2CE04-3331-45A3-9E1E-8241EF8A58A4}" srcId="{385A225C-23DE-4162-A859-DA87B7DB4C66}" destId="{C7514CC1-9457-4032-AEDE-AF9A760253FA}" srcOrd="0" destOrd="0" parTransId="{9CB644D3-9E85-4A45-9AA6-AAF8535A989A}" sibTransId="{FD4E6614-1B79-4CFB-BBAB-5F1712FE0BF1}"/>
    <dgm:cxn modelId="{5F30CA11-4104-4939-A796-63D2E16815A5}" type="presOf" srcId="{9F7E7160-7C7D-4854-BAE1-88A29A18DEFC}" destId="{F1D5F745-E0A8-482F-BE22-0082FE9AF855}" srcOrd="0" destOrd="0" presId="urn:microsoft.com/office/officeart/2005/8/layout/vList2"/>
    <dgm:cxn modelId="{4BCDD33F-6380-4D7C-A0D1-57B7194ACC9D}" type="presOf" srcId="{C7514CC1-9457-4032-AEDE-AF9A760253FA}" destId="{59D40D5F-3D09-47C7-85EE-028330BBE599}" srcOrd="0" destOrd="0" presId="urn:microsoft.com/office/officeart/2005/8/layout/vList2"/>
    <dgm:cxn modelId="{54C69F5B-253A-400C-839B-9956F14CAF7D}" srcId="{F6921F6F-63BA-42C8-85EE-54445B9997FB}" destId="{183550E9-F537-47F0-9FAF-2B93C52765F9}" srcOrd="0" destOrd="0" parTransId="{C9615B8E-519D-4287-AA0C-71DE26A6203C}" sibTransId="{ED88687A-9939-415B-97C2-6B23F6E6303F}"/>
    <dgm:cxn modelId="{B5B86269-BAB5-4356-B8C0-79E9DC654903}" srcId="{2CB5FAB1-C45D-4D6C-8E5C-5FC4B0E007DE}" destId="{400D27FE-A7FA-4098-921F-1D65DAAC7A79}" srcOrd="0" destOrd="0" parTransId="{52098C4D-4A32-4FA1-9CEC-037D133B49C0}" sibTransId="{36FA82F3-572A-49C7-BB61-03A08E6423C4}"/>
    <dgm:cxn modelId="{4F765349-16C3-4E26-BF22-594550AC8B8B}" srcId="{BFBF76A2-AB2B-4721-9429-B3692406E50E}" destId="{385A225C-23DE-4162-A859-DA87B7DB4C66}" srcOrd="3" destOrd="0" parTransId="{DC55FABD-8D0F-483D-8709-23F6553EAACA}" sibTransId="{2FFE49F6-B343-4961-801C-7A60DECCCEA2}"/>
    <dgm:cxn modelId="{E6DF756D-BB62-4FC0-8C93-9B1771FF46DB}" srcId="{385A225C-23DE-4162-A859-DA87B7DB4C66}" destId="{4873C768-47EF-4DC6-A249-1FED0776D88B}" srcOrd="2" destOrd="0" parTransId="{E4E34B98-C5D0-4714-B95A-1483479B83BC}" sibTransId="{F5AF0798-C680-4B6C-AD73-229FB6621265}"/>
    <dgm:cxn modelId="{019EC44E-DDCE-4CF1-89D6-9142DA68ED66}" type="presOf" srcId="{4873C768-47EF-4DC6-A249-1FED0776D88B}" destId="{59D40D5F-3D09-47C7-85EE-028330BBE599}" srcOrd="0" destOrd="2" presId="urn:microsoft.com/office/officeart/2005/8/layout/vList2"/>
    <dgm:cxn modelId="{66B0CF55-FAC0-4215-A31B-CD5B0A15A98A}" srcId="{385A225C-23DE-4162-A859-DA87B7DB4C66}" destId="{9B4DB1A1-3053-443C-90C3-968956AAA67A}" srcOrd="1" destOrd="0" parTransId="{0734D9F8-F8AD-4EA0-92D9-0E651E4AAD38}" sibTransId="{7FAD6BE2-3C63-48FF-8B11-D37564AB71D9}"/>
    <dgm:cxn modelId="{4324A956-01F3-44D2-AAF8-784731D68058}" srcId="{BFBF76A2-AB2B-4721-9429-B3692406E50E}" destId="{805D7236-962C-4881-A7B7-79CD16B90EF4}" srcOrd="0" destOrd="0" parTransId="{054C9124-E856-433C-8103-63BC18A34AFE}" sibTransId="{5CBCDE64-7510-4189-BBD6-D0DDFD1A48DA}"/>
    <dgm:cxn modelId="{D313FE57-9472-4A7A-B182-59523E816277}" type="presOf" srcId="{183550E9-F537-47F0-9FAF-2B93C52765F9}" destId="{64E5D58F-E4F0-4FDF-A3C2-B599F33E30E8}" srcOrd="0" destOrd="0" presId="urn:microsoft.com/office/officeart/2005/8/layout/vList2"/>
    <dgm:cxn modelId="{64FF1D79-2626-49F5-8FC9-41026AB5FB34}" type="presOf" srcId="{673F559D-9FF6-499C-8C33-C5AD10D27596}" destId="{47027A8C-3923-4E3C-96FB-391A73C28CBA}" srcOrd="0" destOrd="0" presId="urn:microsoft.com/office/officeart/2005/8/layout/vList2"/>
    <dgm:cxn modelId="{1DE79779-FBE5-48B9-AC27-37B248E3D896}" type="presOf" srcId="{F6921F6F-63BA-42C8-85EE-54445B9997FB}" destId="{9B41238E-77E4-4667-9E43-B8A5AFA1A55E}" srcOrd="0" destOrd="0" presId="urn:microsoft.com/office/officeart/2005/8/layout/vList2"/>
    <dgm:cxn modelId="{AC032EB1-9472-4507-98E1-7BD9C7C1CFB4}" type="presOf" srcId="{9B4DB1A1-3053-443C-90C3-968956AAA67A}" destId="{59D40D5F-3D09-47C7-85EE-028330BBE599}" srcOrd="0" destOrd="1" presId="urn:microsoft.com/office/officeart/2005/8/layout/vList2"/>
    <dgm:cxn modelId="{60FD07B9-0965-491A-B01D-230948BA46ED}" type="presOf" srcId="{385A225C-23DE-4162-A859-DA87B7DB4C66}" destId="{0B22C7F1-B5FB-415E-8196-5C8D03F30377}" srcOrd="0" destOrd="0" presId="urn:microsoft.com/office/officeart/2005/8/layout/vList2"/>
    <dgm:cxn modelId="{7C89A8D4-3A59-4035-81FA-75EA9A4A65F3}" srcId="{BFBF76A2-AB2B-4721-9429-B3692406E50E}" destId="{673F559D-9FF6-499C-8C33-C5AD10D27596}" srcOrd="2" destOrd="0" parTransId="{3E5C61A2-1896-4FE4-8B27-0D297AF71847}" sibTransId="{D0EC3AA1-1501-454D-82A8-60B7FC1A96E0}"/>
    <dgm:cxn modelId="{581820D7-F09F-44AD-AE4F-23C7698FF403}" type="presOf" srcId="{400D27FE-A7FA-4098-921F-1D65DAAC7A79}" destId="{A7F25917-608A-4B6A-976B-FAAA61537662}" srcOrd="0" destOrd="0" presId="urn:microsoft.com/office/officeart/2005/8/layout/vList2"/>
    <dgm:cxn modelId="{96FC68DC-AFCA-40AC-A870-7A271175ED8C}" type="presOf" srcId="{2CB5FAB1-C45D-4D6C-8E5C-5FC4B0E007DE}" destId="{12695FE2-A1B6-42CD-90BB-9BD06BDD1660}" srcOrd="0" destOrd="0" presId="urn:microsoft.com/office/officeart/2005/8/layout/vList2"/>
    <dgm:cxn modelId="{44D918E2-B9DB-4711-A25C-D6F55BEB0689}" type="presOf" srcId="{BFBF76A2-AB2B-4721-9429-B3692406E50E}" destId="{C78DDD94-3F94-4BAE-A823-3D890A4F5EB1}" srcOrd="0" destOrd="0" presId="urn:microsoft.com/office/officeart/2005/8/layout/vList2"/>
    <dgm:cxn modelId="{CB1AE6F3-B13B-4477-BB3E-AFBFE4D0DF1B}" srcId="{BFBF76A2-AB2B-4721-9429-B3692406E50E}" destId="{2CB5FAB1-C45D-4D6C-8E5C-5FC4B0E007DE}" srcOrd="1" destOrd="0" parTransId="{5513E48B-97FC-4F5C-8F25-21642B1D7102}" sibTransId="{C84EDE3E-D3D0-46D3-8372-F3BE6BB21311}"/>
    <dgm:cxn modelId="{274872F4-ADEB-4680-87F7-ED54964D5550}" srcId="{673F559D-9FF6-499C-8C33-C5AD10D27596}" destId="{9F7E7160-7C7D-4854-BAE1-88A29A18DEFC}" srcOrd="0" destOrd="0" parTransId="{E2D5E08D-5201-4C20-A825-CFD821AA2569}" sibTransId="{C758C9A8-E912-4266-BC9A-2F9BBFCFD088}"/>
    <dgm:cxn modelId="{A6AFDBFA-C1A1-46BD-8825-7DAF9B1364D2}" srcId="{BFBF76A2-AB2B-4721-9429-B3692406E50E}" destId="{F6921F6F-63BA-42C8-85EE-54445B9997FB}" srcOrd="4" destOrd="0" parTransId="{8F3CB321-0B24-4BAA-BC06-16CCBCD722F0}" sibTransId="{4665DAE8-61B5-4A05-97E1-A9405D81B101}"/>
    <dgm:cxn modelId="{083FDDFD-572A-49C6-9225-71F162720CCF}" type="presOf" srcId="{805D7236-962C-4881-A7B7-79CD16B90EF4}" destId="{CEFB7459-071A-4779-A7BD-F66402702C34}" srcOrd="0" destOrd="0" presId="urn:microsoft.com/office/officeart/2005/8/layout/vList2"/>
    <dgm:cxn modelId="{C1838396-E1F3-43FD-AF59-F7C053EAF711}" type="presParOf" srcId="{C78DDD94-3F94-4BAE-A823-3D890A4F5EB1}" destId="{CEFB7459-071A-4779-A7BD-F66402702C34}" srcOrd="0" destOrd="0" presId="urn:microsoft.com/office/officeart/2005/8/layout/vList2"/>
    <dgm:cxn modelId="{6CEC1A8C-CB13-4BAF-A7D0-B59880A9639F}" type="presParOf" srcId="{C78DDD94-3F94-4BAE-A823-3D890A4F5EB1}" destId="{6D9EC75F-4ECD-431D-AF6B-E52C7B81F03F}" srcOrd="1" destOrd="0" presId="urn:microsoft.com/office/officeart/2005/8/layout/vList2"/>
    <dgm:cxn modelId="{FB12C82B-6BE4-4053-85E6-D7319E299378}" type="presParOf" srcId="{C78DDD94-3F94-4BAE-A823-3D890A4F5EB1}" destId="{12695FE2-A1B6-42CD-90BB-9BD06BDD1660}" srcOrd="2" destOrd="0" presId="urn:microsoft.com/office/officeart/2005/8/layout/vList2"/>
    <dgm:cxn modelId="{80672AC3-7858-4A62-9170-ED21A7FEA7CE}" type="presParOf" srcId="{C78DDD94-3F94-4BAE-A823-3D890A4F5EB1}" destId="{A7F25917-608A-4B6A-976B-FAAA61537662}" srcOrd="3" destOrd="0" presId="urn:microsoft.com/office/officeart/2005/8/layout/vList2"/>
    <dgm:cxn modelId="{76B1325B-1968-425C-88BA-978990B08FAA}" type="presParOf" srcId="{C78DDD94-3F94-4BAE-A823-3D890A4F5EB1}" destId="{47027A8C-3923-4E3C-96FB-391A73C28CBA}" srcOrd="4" destOrd="0" presId="urn:microsoft.com/office/officeart/2005/8/layout/vList2"/>
    <dgm:cxn modelId="{8552AB15-E4A4-4832-88AA-938A777A00E3}" type="presParOf" srcId="{C78DDD94-3F94-4BAE-A823-3D890A4F5EB1}" destId="{F1D5F745-E0A8-482F-BE22-0082FE9AF855}" srcOrd="5" destOrd="0" presId="urn:microsoft.com/office/officeart/2005/8/layout/vList2"/>
    <dgm:cxn modelId="{12CDA620-67AA-48ED-AF54-6B3520A46B78}" type="presParOf" srcId="{C78DDD94-3F94-4BAE-A823-3D890A4F5EB1}" destId="{0B22C7F1-B5FB-415E-8196-5C8D03F30377}" srcOrd="6" destOrd="0" presId="urn:microsoft.com/office/officeart/2005/8/layout/vList2"/>
    <dgm:cxn modelId="{108A7FE9-0F4E-4C5A-A79A-8071F5F40F4B}" type="presParOf" srcId="{C78DDD94-3F94-4BAE-A823-3D890A4F5EB1}" destId="{59D40D5F-3D09-47C7-85EE-028330BBE599}" srcOrd="7" destOrd="0" presId="urn:microsoft.com/office/officeart/2005/8/layout/vList2"/>
    <dgm:cxn modelId="{A4E212EB-7FC7-4C6C-8267-B73AC4FCDF7D}" type="presParOf" srcId="{C78DDD94-3F94-4BAE-A823-3D890A4F5EB1}" destId="{9B41238E-77E4-4667-9E43-B8A5AFA1A55E}" srcOrd="8" destOrd="0" presId="urn:microsoft.com/office/officeart/2005/8/layout/vList2"/>
    <dgm:cxn modelId="{92587B59-0228-45E4-AFA7-0162601AC485}" type="presParOf" srcId="{C78DDD94-3F94-4BAE-A823-3D890A4F5EB1}" destId="{64E5D58F-E4F0-4FDF-A3C2-B599F33E30E8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DA1D25-E762-458E-901A-F5591155B214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654CB1-FD13-4A55-BE46-E101CA7F341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Cibles Principales</a:t>
          </a:r>
        </a:p>
      </dgm:t>
    </dgm:pt>
    <dgm:pt modelId="{730A2E95-7379-4402-A204-E003CF641829}" type="parTrans" cxnId="{429C2160-A9BC-4D44-98E9-72B4411F0853}">
      <dgm:prSet/>
      <dgm:spPr/>
      <dgm:t>
        <a:bodyPr/>
        <a:lstStyle/>
        <a:p>
          <a:endParaRPr lang="en-US"/>
        </a:p>
      </dgm:t>
    </dgm:pt>
    <dgm:pt modelId="{EE9257A9-775B-4E3D-9CAC-7B5F689A8C5D}" type="sibTrans" cxnId="{429C2160-A9BC-4D44-98E9-72B4411F0853}">
      <dgm:prSet/>
      <dgm:spPr/>
      <dgm:t>
        <a:bodyPr/>
        <a:lstStyle/>
        <a:p>
          <a:endParaRPr lang="en-US"/>
        </a:p>
      </dgm:t>
    </dgm:pt>
    <dgm:pt modelId="{8083B649-6718-4D5A-95FD-30B7EEA7E7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🔬 Chercheurs : Analyse tendances historiques</a:t>
          </a:r>
        </a:p>
      </dgm:t>
    </dgm:pt>
    <dgm:pt modelId="{E22C8585-83C4-4AC4-84BE-D93F0E4950F1}" type="parTrans" cxnId="{CDA9499B-F866-41D1-BAA7-872078AD8753}">
      <dgm:prSet/>
      <dgm:spPr/>
      <dgm:t>
        <a:bodyPr/>
        <a:lstStyle/>
        <a:p>
          <a:endParaRPr lang="en-US"/>
        </a:p>
      </dgm:t>
    </dgm:pt>
    <dgm:pt modelId="{07FCB4DB-E0B0-494D-8005-FD9D786597BB}" type="sibTrans" cxnId="{CDA9499B-F866-41D1-BAA7-872078AD8753}">
      <dgm:prSet/>
      <dgm:spPr/>
      <dgm:t>
        <a:bodyPr/>
        <a:lstStyle/>
        <a:p>
          <a:endParaRPr lang="en-US"/>
        </a:p>
      </dgm:t>
    </dgm:pt>
    <dgm:pt modelId="{92884803-5F8D-4FB5-9383-B81480723D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💼 Professionnels : Décisions stratégiques</a:t>
          </a:r>
        </a:p>
      </dgm:t>
    </dgm:pt>
    <dgm:pt modelId="{3D0428F5-505F-4802-9FA0-BDD00E8EE57A}" type="parTrans" cxnId="{C4F6DE7C-7107-4E66-A8D6-19AF7A7EF63D}">
      <dgm:prSet/>
      <dgm:spPr/>
      <dgm:t>
        <a:bodyPr/>
        <a:lstStyle/>
        <a:p>
          <a:endParaRPr lang="en-US"/>
        </a:p>
      </dgm:t>
    </dgm:pt>
    <dgm:pt modelId="{76370780-81E3-461A-BA3B-CBC48737ECD9}" type="sibTrans" cxnId="{C4F6DE7C-7107-4E66-A8D6-19AF7A7EF63D}">
      <dgm:prSet/>
      <dgm:spPr/>
      <dgm:t>
        <a:bodyPr/>
        <a:lstStyle/>
        <a:p>
          <a:endParaRPr lang="en-US"/>
        </a:p>
      </dgm:t>
    </dgm:pt>
    <dgm:pt modelId="{0A92A071-5AFA-4BD1-BD7F-0E7F9E6139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📊 Analysts : Exploration patterns</a:t>
          </a:r>
        </a:p>
      </dgm:t>
    </dgm:pt>
    <dgm:pt modelId="{C02B1D8F-187B-4E98-ABFA-7B34C98E4AAF}" type="parTrans" cxnId="{D42474EC-F598-48DC-8EE0-F121245395B1}">
      <dgm:prSet/>
      <dgm:spPr/>
      <dgm:t>
        <a:bodyPr/>
        <a:lstStyle/>
        <a:p>
          <a:endParaRPr lang="en-US"/>
        </a:p>
      </dgm:t>
    </dgm:pt>
    <dgm:pt modelId="{AC9BA636-8C74-4470-A298-5E41108EEF25}" type="sibTrans" cxnId="{D42474EC-F598-48DC-8EE0-F121245395B1}">
      <dgm:prSet/>
      <dgm:spPr/>
      <dgm:t>
        <a:bodyPr/>
        <a:lstStyle/>
        <a:p>
          <a:endParaRPr lang="en-US"/>
        </a:p>
      </dgm:t>
    </dgm:pt>
    <dgm:pt modelId="{4DE8F9B2-C762-4529-890F-035B3CBB5B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🎬 Cinéphiles : Découverte culturelle</a:t>
          </a:r>
        </a:p>
      </dgm:t>
    </dgm:pt>
    <dgm:pt modelId="{556FD207-CD17-48AD-9108-C3F30359D235}" type="parTrans" cxnId="{6BBDC805-2594-4998-B28A-4E69E4DDA26A}">
      <dgm:prSet/>
      <dgm:spPr/>
      <dgm:t>
        <a:bodyPr/>
        <a:lstStyle/>
        <a:p>
          <a:endParaRPr lang="en-US"/>
        </a:p>
      </dgm:t>
    </dgm:pt>
    <dgm:pt modelId="{82C716AE-4FA1-4D63-A915-A20423A6E474}" type="sibTrans" cxnId="{6BBDC805-2594-4998-B28A-4E69E4DDA26A}">
      <dgm:prSet/>
      <dgm:spPr/>
      <dgm:t>
        <a:bodyPr/>
        <a:lstStyle/>
        <a:p>
          <a:endParaRPr lang="en-US"/>
        </a:p>
      </dgm:t>
    </dgm:pt>
    <dgm:pt modelId="{F6F12E5B-B0C1-4610-BEE6-254DB3D9EF6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Tâches Utilisateur</a:t>
          </a:r>
        </a:p>
      </dgm:t>
    </dgm:pt>
    <dgm:pt modelId="{3E0F0F58-061F-47A2-A90C-572E3F6EEE33}" type="parTrans" cxnId="{CA701FB8-89F8-40D2-9092-AA1A4978D172}">
      <dgm:prSet/>
      <dgm:spPr/>
      <dgm:t>
        <a:bodyPr/>
        <a:lstStyle/>
        <a:p>
          <a:endParaRPr lang="en-US"/>
        </a:p>
      </dgm:t>
    </dgm:pt>
    <dgm:pt modelId="{DF072E51-B64B-4F97-9E40-3510481B3BB9}" type="sibTrans" cxnId="{CA701FB8-89F8-40D2-9092-AA1A4978D172}">
      <dgm:prSet/>
      <dgm:spPr/>
      <dgm:t>
        <a:bodyPr/>
        <a:lstStyle/>
        <a:p>
          <a:endParaRPr lang="en-US"/>
        </a:p>
      </dgm:t>
    </dgm:pt>
    <dgm:pt modelId="{3D158FA4-4AF2-423F-979F-BD123369F4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Comparer années → Scatterplot</a:t>
          </a:r>
        </a:p>
      </dgm:t>
    </dgm:pt>
    <dgm:pt modelId="{C04920F3-92F6-43B6-A06C-3D8711863C69}" type="parTrans" cxnId="{8B6D718C-5B1C-4E62-AC90-9CCD0EF2930E}">
      <dgm:prSet/>
      <dgm:spPr/>
      <dgm:t>
        <a:bodyPr/>
        <a:lstStyle/>
        <a:p>
          <a:endParaRPr lang="en-US"/>
        </a:p>
      </dgm:t>
    </dgm:pt>
    <dgm:pt modelId="{279D5E17-4EA8-4AF4-8379-BCA1426DFF6E}" type="sibTrans" cxnId="{8B6D718C-5B1C-4E62-AC90-9CCD0EF2930E}">
      <dgm:prSet/>
      <dgm:spPr/>
      <dgm:t>
        <a:bodyPr/>
        <a:lstStyle/>
        <a:p>
          <a:endParaRPr lang="en-US"/>
        </a:p>
      </dgm:t>
    </dgm:pt>
    <dgm:pt modelId="{536378F6-EF19-474B-A36A-A6F2A72052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Explorer hiérarchies → Treemap, Sunburst</a:t>
          </a:r>
        </a:p>
      </dgm:t>
    </dgm:pt>
    <dgm:pt modelId="{BB2BFE2F-C5D0-468C-9BE6-4DDCF57F1018}" type="parTrans" cxnId="{E3A64ED7-B172-4F8D-8F58-197D86E9CE52}">
      <dgm:prSet/>
      <dgm:spPr/>
      <dgm:t>
        <a:bodyPr/>
        <a:lstStyle/>
        <a:p>
          <a:endParaRPr lang="en-US"/>
        </a:p>
      </dgm:t>
    </dgm:pt>
    <dgm:pt modelId="{F2BA15AA-CEFF-433B-98D1-5C13AF6231C3}" type="sibTrans" cxnId="{E3A64ED7-B172-4F8D-8F58-197D86E9CE52}">
      <dgm:prSet/>
      <dgm:spPr/>
      <dgm:t>
        <a:bodyPr/>
        <a:lstStyle/>
        <a:p>
          <a:endParaRPr lang="en-US"/>
        </a:p>
      </dgm:t>
    </dgm:pt>
    <dgm:pt modelId="{F12635C7-6998-45E4-A9F3-91175785FD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Identifier relations → Chord Diagram</a:t>
          </a:r>
        </a:p>
      </dgm:t>
    </dgm:pt>
    <dgm:pt modelId="{53545436-301C-4E21-975B-359951862C9B}" type="parTrans" cxnId="{6DC19AAB-E8D9-4C6F-A850-36B802529C40}">
      <dgm:prSet/>
      <dgm:spPr/>
      <dgm:t>
        <a:bodyPr/>
        <a:lstStyle/>
        <a:p>
          <a:endParaRPr lang="en-US"/>
        </a:p>
      </dgm:t>
    </dgm:pt>
    <dgm:pt modelId="{A7262D26-E6C5-4F8B-BB82-742596CB986E}" type="sibTrans" cxnId="{6DC19AAB-E8D9-4C6F-A850-36B802529C40}">
      <dgm:prSet/>
      <dgm:spPr/>
      <dgm:t>
        <a:bodyPr/>
        <a:lstStyle/>
        <a:p>
          <a:endParaRPr lang="en-US"/>
        </a:p>
      </dgm:t>
    </dgm:pt>
    <dgm:pt modelId="{3BDE8D86-FDF7-45A4-848D-8A4A251A46CA}" type="pres">
      <dgm:prSet presAssocID="{0FDA1D25-E762-458E-901A-F5591155B214}" presName="root" presStyleCnt="0">
        <dgm:presLayoutVars>
          <dgm:dir/>
          <dgm:resizeHandles val="exact"/>
        </dgm:presLayoutVars>
      </dgm:prSet>
      <dgm:spPr/>
    </dgm:pt>
    <dgm:pt modelId="{7AA90AE7-6DF1-4E94-84DA-3E4AD12FBAB6}" type="pres">
      <dgm:prSet presAssocID="{F9654CB1-FD13-4A55-BE46-E101CA7F3413}" presName="compNode" presStyleCnt="0"/>
      <dgm:spPr/>
    </dgm:pt>
    <dgm:pt modelId="{C7B06EA3-2166-47C8-B51C-4DEC17364488}" type="pres">
      <dgm:prSet presAssocID="{F9654CB1-FD13-4A55-BE46-E101CA7F341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1F1FADB-5F0C-429E-879B-BA0EF0AD308B}" type="pres">
      <dgm:prSet presAssocID="{F9654CB1-FD13-4A55-BE46-E101CA7F3413}" presName="iconSpace" presStyleCnt="0"/>
      <dgm:spPr/>
    </dgm:pt>
    <dgm:pt modelId="{772C7B25-CC5E-46B8-B82D-1C12E87D84AF}" type="pres">
      <dgm:prSet presAssocID="{F9654CB1-FD13-4A55-BE46-E101CA7F3413}" presName="parTx" presStyleLbl="revTx" presStyleIdx="0" presStyleCnt="4">
        <dgm:presLayoutVars>
          <dgm:chMax val="0"/>
          <dgm:chPref val="0"/>
        </dgm:presLayoutVars>
      </dgm:prSet>
      <dgm:spPr/>
    </dgm:pt>
    <dgm:pt modelId="{C77F2FF9-D853-428A-A43F-9F0ECDB9A88C}" type="pres">
      <dgm:prSet presAssocID="{F9654CB1-FD13-4A55-BE46-E101CA7F3413}" presName="txSpace" presStyleCnt="0"/>
      <dgm:spPr/>
    </dgm:pt>
    <dgm:pt modelId="{8034340A-D26E-4B12-BA50-5F4314D23CD7}" type="pres">
      <dgm:prSet presAssocID="{F9654CB1-FD13-4A55-BE46-E101CA7F3413}" presName="desTx" presStyleLbl="revTx" presStyleIdx="1" presStyleCnt="4">
        <dgm:presLayoutVars/>
      </dgm:prSet>
      <dgm:spPr/>
    </dgm:pt>
    <dgm:pt modelId="{30978CE5-8880-4C9C-9365-4D822B25D424}" type="pres">
      <dgm:prSet presAssocID="{EE9257A9-775B-4E3D-9CAC-7B5F689A8C5D}" presName="sibTrans" presStyleCnt="0"/>
      <dgm:spPr/>
    </dgm:pt>
    <dgm:pt modelId="{3E09442A-AE83-4581-9AE1-641775A77A61}" type="pres">
      <dgm:prSet presAssocID="{F6F12E5B-B0C1-4610-BEE6-254DB3D9EF65}" presName="compNode" presStyleCnt="0"/>
      <dgm:spPr/>
    </dgm:pt>
    <dgm:pt modelId="{35461A0B-A99F-4147-8774-3BB10E0D5655}" type="pres">
      <dgm:prSet presAssocID="{F6F12E5B-B0C1-4610-BEE6-254DB3D9EF6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452EBD3E-AE6B-411F-8F25-4CEF711EF0C3}" type="pres">
      <dgm:prSet presAssocID="{F6F12E5B-B0C1-4610-BEE6-254DB3D9EF65}" presName="iconSpace" presStyleCnt="0"/>
      <dgm:spPr/>
    </dgm:pt>
    <dgm:pt modelId="{AA7C529E-60AA-40A5-9E88-0E6462A04E3C}" type="pres">
      <dgm:prSet presAssocID="{F6F12E5B-B0C1-4610-BEE6-254DB3D9EF65}" presName="parTx" presStyleLbl="revTx" presStyleIdx="2" presStyleCnt="4">
        <dgm:presLayoutVars>
          <dgm:chMax val="0"/>
          <dgm:chPref val="0"/>
        </dgm:presLayoutVars>
      </dgm:prSet>
      <dgm:spPr/>
    </dgm:pt>
    <dgm:pt modelId="{D0CF3A70-8E17-4375-BC2C-25BD9EF3321C}" type="pres">
      <dgm:prSet presAssocID="{F6F12E5B-B0C1-4610-BEE6-254DB3D9EF65}" presName="txSpace" presStyleCnt="0"/>
      <dgm:spPr/>
    </dgm:pt>
    <dgm:pt modelId="{90E69341-187B-4CBA-AFE4-BFB051B06A1B}" type="pres">
      <dgm:prSet presAssocID="{F6F12E5B-B0C1-4610-BEE6-254DB3D9EF65}" presName="desTx" presStyleLbl="revTx" presStyleIdx="3" presStyleCnt="4">
        <dgm:presLayoutVars/>
      </dgm:prSet>
      <dgm:spPr/>
    </dgm:pt>
  </dgm:ptLst>
  <dgm:cxnLst>
    <dgm:cxn modelId="{8F83B801-C488-4A32-B669-2AFEC6227972}" type="presOf" srcId="{4DE8F9B2-C762-4529-890F-035B3CBB5B64}" destId="{8034340A-D26E-4B12-BA50-5F4314D23CD7}" srcOrd="0" destOrd="3" presId="urn:microsoft.com/office/officeart/2018/2/layout/IconLabelDescriptionList"/>
    <dgm:cxn modelId="{6BBDC805-2594-4998-B28A-4E69E4DDA26A}" srcId="{F9654CB1-FD13-4A55-BE46-E101CA7F3413}" destId="{4DE8F9B2-C762-4529-890F-035B3CBB5B64}" srcOrd="3" destOrd="0" parTransId="{556FD207-CD17-48AD-9108-C3F30359D235}" sibTransId="{82C716AE-4FA1-4D63-A915-A20423A6E474}"/>
    <dgm:cxn modelId="{EAF8D714-07CA-43E9-8C91-055CB174CF32}" type="presOf" srcId="{536378F6-EF19-474B-A36A-A6F2A7205225}" destId="{90E69341-187B-4CBA-AFE4-BFB051B06A1B}" srcOrd="0" destOrd="1" presId="urn:microsoft.com/office/officeart/2018/2/layout/IconLabelDescriptionList"/>
    <dgm:cxn modelId="{703CF034-873E-4FE9-8B58-85937BC58E3B}" type="presOf" srcId="{F6F12E5B-B0C1-4610-BEE6-254DB3D9EF65}" destId="{AA7C529E-60AA-40A5-9E88-0E6462A04E3C}" srcOrd="0" destOrd="0" presId="urn:microsoft.com/office/officeart/2018/2/layout/IconLabelDescriptionList"/>
    <dgm:cxn modelId="{B1DD8F3B-D684-4547-9448-E5165CAE2143}" type="presOf" srcId="{F12635C7-6998-45E4-A9F3-91175785FD4B}" destId="{90E69341-187B-4CBA-AFE4-BFB051B06A1B}" srcOrd="0" destOrd="2" presId="urn:microsoft.com/office/officeart/2018/2/layout/IconLabelDescriptionList"/>
    <dgm:cxn modelId="{429C2160-A9BC-4D44-98E9-72B4411F0853}" srcId="{0FDA1D25-E762-458E-901A-F5591155B214}" destId="{F9654CB1-FD13-4A55-BE46-E101CA7F3413}" srcOrd="0" destOrd="0" parTransId="{730A2E95-7379-4402-A204-E003CF641829}" sibTransId="{EE9257A9-775B-4E3D-9CAC-7B5F689A8C5D}"/>
    <dgm:cxn modelId="{B5E8027B-AA78-4E36-9832-352237F02A23}" type="presOf" srcId="{92884803-5F8D-4FB5-9383-B81480723DD8}" destId="{8034340A-D26E-4B12-BA50-5F4314D23CD7}" srcOrd="0" destOrd="1" presId="urn:microsoft.com/office/officeart/2018/2/layout/IconLabelDescriptionList"/>
    <dgm:cxn modelId="{C4F6DE7C-7107-4E66-A8D6-19AF7A7EF63D}" srcId="{F9654CB1-FD13-4A55-BE46-E101CA7F3413}" destId="{92884803-5F8D-4FB5-9383-B81480723DD8}" srcOrd="1" destOrd="0" parTransId="{3D0428F5-505F-4802-9FA0-BDD00E8EE57A}" sibTransId="{76370780-81E3-461A-BA3B-CBC48737ECD9}"/>
    <dgm:cxn modelId="{478E6F80-5CD7-4630-9A1D-35CA3767D7ED}" type="presOf" srcId="{8083B649-6718-4D5A-95FD-30B7EEA7E7E3}" destId="{8034340A-D26E-4B12-BA50-5F4314D23CD7}" srcOrd="0" destOrd="0" presId="urn:microsoft.com/office/officeart/2018/2/layout/IconLabelDescriptionList"/>
    <dgm:cxn modelId="{8B6D718C-5B1C-4E62-AC90-9CCD0EF2930E}" srcId="{F6F12E5B-B0C1-4610-BEE6-254DB3D9EF65}" destId="{3D158FA4-4AF2-423F-979F-BD123369F41A}" srcOrd="0" destOrd="0" parTransId="{C04920F3-92F6-43B6-A06C-3D8711863C69}" sibTransId="{279D5E17-4EA8-4AF4-8379-BCA1426DFF6E}"/>
    <dgm:cxn modelId="{0273E38D-B95E-4328-9EC7-6B670BFD7A77}" type="presOf" srcId="{0A92A071-5AFA-4BD1-BD7F-0E7F9E6139C0}" destId="{8034340A-D26E-4B12-BA50-5F4314D23CD7}" srcOrd="0" destOrd="2" presId="urn:microsoft.com/office/officeart/2018/2/layout/IconLabelDescriptionList"/>
    <dgm:cxn modelId="{5BE71295-54A9-4434-B508-0FB4E6B2138D}" type="presOf" srcId="{0FDA1D25-E762-458E-901A-F5591155B214}" destId="{3BDE8D86-FDF7-45A4-848D-8A4A251A46CA}" srcOrd="0" destOrd="0" presId="urn:microsoft.com/office/officeart/2018/2/layout/IconLabelDescriptionList"/>
    <dgm:cxn modelId="{CDA9499B-F866-41D1-BAA7-872078AD8753}" srcId="{F9654CB1-FD13-4A55-BE46-E101CA7F3413}" destId="{8083B649-6718-4D5A-95FD-30B7EEA7E7E3}" srcOrd="0" destOrd="0" parTransId="{E22C8585-83C4-4AC4-84BE-D93F0E4950F1}" sibTransId="{07FCB4DB-E0B0-494D-8005-FD9D786597BB}"/>
    <dgm:cxn modelId="{6DC19AAB-E8D9-4C6F-A850-36B802529C40}" srcId="{F6F12E5B-B0C1-4610-BEE6-254DB3D9EF65}" destId="{F12635C7-6998-45E4-A9F3-91175785FD4B}" srcOrd="2" destOrd="0" parTransId="{53545436-301C-4E21-975B-359951862C9B}" sibTransId="{A7262D26-E6C5-4F8B-BB82-742596CB986E}"/>
    <dgm:cxn modelId="{CA701FB8-89F8-40D2-9092-AA1A4978D172}" srcId="{0FDA1D25-E762-458E-901A-F5591155B214}" destId="{F6F12E5B-B0C1-4610-BEE6-254DB3D9EF65}" srcOrd="1" destOrd="0" parTransId="{3E0F0F58-061F-47A2-A90C-572E3F6EEE33}" sibTransId="{DF072E51-B64B-4F97-9E40-3510481B3BB9}"/>
    <dgm:cxn modelId="{E3A64ED7-B172-4F8D-8F58-197D86E9CE52}" srcId="{F6F12E5B-B0C1-4610-BEE6-254DB3D9EF65}" destId="{536378F6-EF19-474B-A36A-A6F2A7205225}" srcOrd="1" destOrd="0" parTransId="{BB2BFE2F-C5D0-468C-9BE6-4DDCF57F1018}" sibTransId="{F2BA15AA-CEFF-433B-98D1-5C13AF6231C3}"/>
    <dgm:cxn modelId="{3678A7E5-A103-4493-A1C7-FCB297C6B16B}" type="presOf" srcId="{F9654CB1-FD13-4A55-BE46-E101CA7F3413}" destId="{772C7B25-CC5E-46B8-B82D-1C12E87D84AF}" srcOrd="0" destOrd="0" presId="urn:microsoft.com/office/officeart/2018/2/layout/IconLabelDescriptionList"/>
    <dgm:cxn modelId="{B88EEEEA-8C19-4C7B-BB10-32BCA9F67773}" type="presOf" srcId="{3D158FA4-4AF2-423F-979F-BD123369F41A}" destId="{90E69341-187B-4CBA-AFE4-BFB051B06A1B}" srcOrd="0" destOrd="0" presId="urn:microsoft.com/office/officeart/2018/2/layout/IconLabelDescriptionList"/>
    <dgm:cxn modelId="{D42474EC-F598-48DC-8EE0-F121245395B1}" srcId="{F9654CB1-FD13-4A55-BE46-E101CA7F3413}" destId="{0A92A071-5AFA-4BD1-BD7F-0E7F9E6139C0}" srcOrd="2" destOrd="0" parTransId="{C02B1D8F-187B-4E98-ABFA-7B34C98E4AAF}" sibTransId="{AC9BA636-8C74-4470-A298-5E41108EEF25}"/>
    <dgm:cxn modelId="{798D69F1-497F-40D6-8F01-E5EFDEF014E4}" type="presParOf" srcId="{3BDE8D86-FDF7-45A4-848D-8A4A251A46CA}" destId="{7AA90AE7-6DF1-4E94-84DA-3E4AD12FBAB6}" srcOrd="0" destOrd="0" presId="urn:microsoft.com/office/officeart/2018/2/layout/IconLabelDescriptionList"/>
    <dgm:cxn modelId="{EA61BE5E-AB92-46B2-BB74-84D4000FD551}" type="presParOf" srcId="{7AA90AE7-6DF1-4E94-84DA-3E4AD12FBAB6}" destId="{C7B06EA3-2166-47C8-B51C-4DEC17364488}" srcOrd="0" destOrd="0" presId="urn:microsoft.com/office/officeart/2018/2/layout/IconLabelDescriptionList"/>
    <dgm:cxn modelId="{440904E8-AB1C-4C72-BEAA-173800DD55A5}" type="presParOf" srcId="{7AA90AE7-6DF1-4E94-84DA-3E4AD12FBAB6}" destId="{61F1FADB-5F0C-429E-879B-BA0EF0AD308B}" srcOrd="1" destOrd="0" presId="urn:microsoft.com/office/officeart/2018/2/layout/IconLabelDescriptionList"/>
    <dgm:cxn modelId="{01A0048E-86D5-4958-89B7-3D80034AB6ED}" type="presParOf" srcId="{7AA90AE7-6DF1-4E94-84DA-3E4AD12FBAB6}" destId="{772C7B25-CC5E-46B8-B82D-1C12E87D84AF}" srcOrd="2" destOrd="0" presId="urn:microsoft.com/office/officeart/2018/2/layout/IconLabelDescriptionList"/>
    <dgm:cxn modelId="{C56C6568-0AF4-4277-8F6F-15CFD7919894}" type="presParOf" srcId="{7AA90AE7-6DF1-4E94-84DA-3E4AD12FBAB6}" destId="{C77F2FF9-D853-428A-A43F-9F0ECDB9A88C}" srcOrd="3" destOrd="0" presId="urn:microsoft.com/office/officeart/2018/2/layout/IconLabelDescriptionList"/>
    <dgm:cxn modelId="{D6D64272-745F-498E-B22F-FFF03454B3AB}" type="presParOf" srcId="{7AA90AE7-6DF1-4E94-84DA-3E4AD12FBAB6}" destId="{8034340A-D26E-4B12-BA50-5F4314D23CD7}" srcOrd="4" destOrd="0" presId="urn:microsoft.com/office/officeart/2018/2/layout/IconLabelDescriptionList"/>
    <dgm:cxn modelId="{B8A24000-39F4-4ED6-B6D4-FFCCB46851BA}" type="presParOf" srcId="{3BDE8D86-FDF7-45A4-848D-8A4A251A46CA}" destId="{30978CE5-8880-4C9C-9365-4D822B25D424}" srcOrd="1" destOrd="0" presId="urn:microsoft.com/office/officeart/2018/2/layout/IconLabelDescriptionList"/>
    <dgm:cxn modelId="{D5C32B8E-2611-496F-B7EB-D4CCB1879005}" type="presParOf" srcId="{3BDE8D86-FDF7-45A4-848D-8A4A251A46CA}" destId="{3E09442A-AE83-4581-9AE1-641775A77A61}" srcOrd="2" destOrd="0" presId="urn:microsoft.com/office/officeart/2018/2/layout/IconLabelDescriptionList"/>
    <dgm:cxn modelId="{ADCF93E3-0A65-466F-A5A9-A57B8A0B81BB}" type="presParOf" srcId="{3E09442A-AE83-4581-9AE1-641775A77A61}" destId="{35461A0B-A99F-4147-8774-3BB10E0D5655}" srcOrd="0" destOrd="0" presId="urn:microsoft.com/office/officeart/2018/2/layout/IconLabelDescriptionList"/>
    <dgm:cxn modelId="{B92B38F9-2D7B-4EBA-A240-8B5243BE174E}" type="presParOf" srcId="{3E09442A-AE83-4581-9AE1-641775A77A61}" destId="{452EBD3E-AE6B-411F-8F25-4CEF711EF0C3}" srcOrd="1" destOrd="0" presId="urn:microsoft.com/office/officeart/2018/2/layout/IconLabelDescriptionList"/>
    <dgm:cxn modelId="{A6D99ECF-9559-4B5A-81EE-1C22FD7054B4}" type="presParOf" srcId="{3E09442A-AE83-4581-9AE1-641775A77A61}" destId="{AA7C529E-60AA-40A5-9E88-0E6462A04E3C}" srcOrd="2" destOrd="0" presId="urn:microsoft.com/office/officeart/2018/2/layout/IconLabelDescriptionList"/>
    <dgm:cxn modelId="{811DFB46-DBFC-4344-9F09-377F04B22027}" type="presParOf" srcId="{3E09442A-AE83-4581-9AE1-641775A77A61}" destId="{D0CF3A70-8E17-4375-BC2C-25BD9EF3321C}" srcOrd="3" destOrd="0" presId="urn:microsoft.com/office/officeart/2018/2/layout/IconLabelDescriptionList"/>
    <dgm:cxn modelId="{43BB48A8-D6FD-45BC-9132-89EC36926F6A}" type="presParOf" srcId="{3E09442A-AE83-4581-9AE1-641775A77A61}" destId="{90E69341-187B-4CBA-AFE4-BFB051B06A1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E20264-AD05-4884-BB50-51A29F426DF5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BA6BC1E-AFAE-40BE-8637-95B6756FD8C2}">
      <dgm:prSet/>
      <dgm:spPr/>
      <dgm:t>
        <a:bodyPr/>
        <a:lstStyle/>
        <a:p>
          <a:r>
            <a:rPr lang="en-US"/>
            <a:t>Scatterplot (Mathis)</a:t>
          </a:r>
        </a:p>
      </dgm:t>
    </dgm:pt>
    <dgm:pt modelId="{21A25BCE-D393-4A59-87CA-247F8E7A5C80}" type="parTrans" cxnId="{B46CE82D-A743-4556-8B52-2AADFC8C76DD}">
      <dgm:prSet/>
      <dgm:spPr/>
      <dgm:t>
        <a:bodyPr/>
        <a:lstStyle/>
        <a:p>
          <a:endParaRPr lang="en-US"/>
        </a:p>
      </dgm:t>
    </dgm:pt>
    <dgm:pt modelId="{A5A78CE5-871C-4B49-89DC-B3EE4BDDB5EB}" type="sibTrans" cxnId="{B46CE82D-A743-4556-8B52-2AADFC8C76DD}">
      <dgm:prSet/>
      <dgm:spPr/>
      <dgm:t>
        <a:bodyPr/>
        <a:lstStyle/>
        <a:p>
          <a:endParaRPr lang="en-US"/>
        </a:p>
      </dgm:t>
    </dgm:pt>
    <dgm:pt modelId="{1032173A-44EB-4827-AEAF-4A327D69AD12}">
      <dgm:prSet/>
      <dgm:spPr/>
      <dgm:t>
        <a:bodyPr/>
        <a:lstStyle/>
        <a:p>
          <a:r>
            <a:rPr lang="en-US"/>
            <a:t>Play animation, Zoom, Échelle log</a:t>
          </a:r>
        </a:p>
      </dgm:t>
    </dgm:pt>
    <dgm:pt modelId="{F7E6DC82-B87A-4001-806F-BA18C590B3EE}" type="parTrans" cxnId="{C0F96909-EADA-4742-A8BF-2B83EA542A61}">
      <dgm:prSet/>
      <dgm:spPr/>
      <dgm:t>
        <a:bodyPr/>
        <a:lstStyle/>
        <a:p>
          <a:endParaRPr lang="en-US"/>
        </a:p>
      </dgm:t>
    </dgm:pt>
    <dgm:pt modelId="{85E9A0B8-F7EA-45C0-886A-6AFBBEC4E8F5}" type="sibTrans" cxnId="{C0F96909-EADA-4742-A8BF-2B83EA542A61}">
      <dgm:prSet/>
      <dgm:spPr/>
      <dgm:t>
        <a:bodyPr/>
        <a:lstStyle/>
        <a:p>
          <a:endParaRPr lang="en-US"/>
        </a:p>
      </dgm:t>
    </dgm:pt>
    <dgm:pt modelId="{ECFC50F4-A595-4D6B-A339-AF4AFF37298F}">
      <dgm:prSet/>
      <dgm:spPr/>
      <dgm:t>
        <a:bodyPr/>
        <a:lstStyle/>
        <a:p>
          <a:r>
            <a:rPr lang="en-US"/>
            <a:t>Insight: Corrélations temporelles</a:t>
          </a:r>
        </a:p>
      </dgm:t>
    </dgm:pt>
    <dgm:pt modelId="{CC699885-E32E-4C22-BC1F-8533EFA2923A}" type="parTrans" cxnId="{3DABDBD4-DC69-48F3-A226-2C936E7BE442}">
      <dgm:prSet/>
      <dgm:spPr/>
      <dgm:t>
        <a:bodyPr/>
        <a:lstStyle/>
        <a:p>
          <a:endParaRPr lang="en-US"/>
        </a:p>
      </dgm:t>
    </dgm:pt>
    <dgm:pt modelId="{1050A725-00E9-44D9-9749-1BC408F10618}" type="sibTrans" cxnId="{3DABDBD4-DC69-48F3-A226-2C936E7BE442}">
      <dgm:prSet/>
      <dgm:spPr/>
      <dgm:t>
        <a:bodyPr/>
        <a:lstStyle/>
        <a:p>
          <a:endParaRPr lang="en-US"/>
        </a:p>
      </dgm:t>
    </dgm:pt>
    <dgm:pt modelId="{E734D6D8-B688-49A2-84F2-37B5433C38A2}">
      <dgm:prSet/>
      <dgm:spPr/>
      <dgm:t>
        <a:bodyPr/>
        <a:lstStyle/>
        <a:p>
          <a:r>
            <a:rPr lang="en-US"/>
            <a:t>Treemap (Alexis)</a:t>
          </a:r>
        </a:p>
      </dgm:t>
    </dgm:pt>
    <dgm:pt modelId="{C372E864-9C90-482D-9423-095424999059}" type="parTrans" cxnId="{F79833EA-17C3-494B-81F7-34A0560AAF45}">
      <dgm:prSet/>
      <dgm:spPr/>
      <dgm:t>
        <a:bodyPr/>
        <a:lstStyle/>
        <a:p>
          <a:endParaRPr lang="en-US"/>
        </a:p>
      </dgm:t>
    </dgm:pt>
    <dgm:pt modelId="{35EBBBF6-9DB6-40F3-AEBB-6E51761B7E86}" type="sibTrans" cxnId="{F79833EA-17C3-494B-81F7-34A0560AAF45}">
      <dgm:prSet/>
      <dgm:spPr/>
      <dgm:t>
        <a:bodyPr/>
        <a:lstStyle/>
        <a:p>
          <a:endParaRPr lang="en-US"/>
        </a:p>
      </dgm:t>
    </dgm:pt>
    <dgm:pt modelId="{20C83F4F-5016-4743-93C0-289E87A9AC8E}">
      <dgm:prSet/>
      <dgm:spPr/>
      <dgm:t>
        <a:bodyPr/>
        <a:lstStyle/>
        <a:p>
          <a:r>
            <a:rPr lang="en-US"/>
            <a:t>Compare 2 années, Export SVG, Tri</a:t>
          </a:r>
        </a:p>
      </dgm:t>
    </dgm:pt>
    <dgm:pt modelId="{5A955B78-9C8D-4804-B20D-3B5CFE5017E1}" type="parTrans" cxnId="{DBD97C56-CC84-4E78-AC6A-5EE2C9EC7059}">
      <dgm:prSet/>
      <dgm:spPr/>
      <dgm:t>
        <a:bodyPr/>
        <a:lstStyle/>
        <a:p>
          <a:endParaRPr lang="en-US"/>
        </a:p>
      </dgm:t>
    </dgm:pt>
    <dgm:pt modelId="{BA42CB26-33F2-4A3C-9EB5-F72F531C7C89}" type="sibTrans" cxnId="{DBD97C56-CC84-4E78-AC6A-5EE2C9EC7059}">
      <dgm:prSet/>
      <dgm:spPr/>
      <dgm:t>
        <a:bodyPr/>
        <a:lstStyle/>
        <a:p>
          <a:endParaRPr lang="en-US"/>
        </a:p>
      </dgm:t>
    </dgm:pt>
    <dgm:pt modelId="{FACAACCA-6405-477F-B772-31C5DC3A45D4}">
      <dgm:prSet/>
      <dgm:spPr/>
      <dgm:t>
        <a:bodyPr/>
        <a:lstStyle/>
        <a:p>
          <a:r>
            <a:rPr lang="en-US"/>
            <a:t>Insight: Répartition Genre×Région</a:t>
          </a:r>
        </a:p>
      </dgm:t>
    </dgm:pt>
    <dgm:pt modelId="{4B570293-2674-41B5-8458-5FA501068100}" type="parTrans" cxnId="{7B166197-8672-4419-963A-6075AC3DDCCD}">
      <dgm:prSet/>
      <dgm:spPr/>
      <dgm:t>
        <a:bodyPr/>
        <a:lstStyle/>
        <a:p>
          <a:endParaRPr lang="en-US"/>
        </a:p>
      </dgm:t>
    </dgm:pt>
    <dgm:pt modelId="{50564362-5C3B-4F1E-A5B6-350594580DBA}" type="sibTrans" cxnId="{7B166197-8672-4419-963A-6075AC3DDCCD}">
      <dgm:prSet/>
      <dgm:spPr/>
      <dgm:t>
        <a:bodyPr/>
        <a:lstStyle/>
        <a:p>
          <a:endParaRPr lang="en-US"/>
        </a:p>
      </dgm:t>
    </dgm:pt>
    <dgm:pt modelId="{1C75F9CD-6433-48E3-9C52-0B367EE50F67}">
      <dgm:prSet/>
      <dgm:spPr/>
      <dgm:t>
        <a:bodyPr/>
        <a:lstStyle/>
        <a:p>
          <a:r>
            <a:rPr lang="en-US"/>
            <a:t>Sunburst (Noel)</a:t>
          </a:r>
        </a:p>
      </dgm:t>
    </dgm:pt>
    <dgm:pt modelId="{C6FB195F-22DB-4710-9D50-1B9297611F49}" type="parTrans" cxnId="{50C649C4-1FBA-48E6-8472-DE7682BD8AA3}">
      <dgm:prSet/>
      <dgm:spPr/>
      <dgm:t>
        <a:bodyPr/>
        <a:lstStyle/>
        <a:p>
          <a:endParaRPr lang="en-US"/>
        </a:p>
      </dgm:t>
    </dgm:pt>
    <dgm:pt modelId="{2DFBFB9C-CDBD-43A2-9A9F-0C0EABC4292C}" type="sibTrans" cxnId="{50C649C4-1FBA-48E6-8472-DE7682BD8AA3}">
      <dgm:prSet/>
      <dgm:spPr/>
      <dgm:t>
        <a:bodyPr/>
        <a:lstStyle/>
        <a:p>
          <a:endParaRPr lang="en-US"/>
        </a:p>
      </dgm:t>
    </dgm:pt>
    <dgm:pt modelId="{3D111CA9-5CDA-47F2-977D-F267AC9D3018}">
      <dgm:prSet/>
      <dgm:spPr/>
      <dgm:t>
        <a:bodyPr/>
        <a:lstStyle/>
        <a:p>
          <a:r>
            <a:rPr lang="en-US"/>
            <a:t>Zoom hiérarchique 3 niveaux</a:t>
          </a:r>
        </a:p>
      </dgm:t>
    </dgm:pt>
    <dgm:pt modelId="{AD513911-346D-429D-964F-C73AC3C0E567}" type="parTrans" cxnId="{D957B5BB-5C96-4403-B585-C84522E4A9E9}">
      <dgm:prSet/>
      <dgm:spPr/>
      <dgm:t>
        <a:bodyPr/>
        <a:lstStyle/>
        <a:p>
          <a:endParaRPr lang="en-US"/>
        </a:p>
      </dgm:t>
    </dgm:pt>
    <dgm:pt modelId="{9D73772C-804E-4CED-AF07-791907C692B5}" type="sibTrans" cxnId="{D957B5BB-5C96-4403-B585-C84522E4A9E9}">
      <dgm:prSet/>
      <dgm:spPr/>
      <dgm:t>
        <a:bodyPr/>
        <a:lstStyle/>
        <a:p>
          <a:endParaRPr lang="en-US"/>
        </a:p>
      </dgm:t>
    </dgm:pt>
    <dgm:pt modelId="{7F6353C6-5963-44CE-8A87-4E03A2CE57F2}">
      <dgm:prSet/>
      <dgm:spPr/>
      <dgm:t>
        <a:bodyPr/>
        <a:lstStyle/>
        <a:p>
          <a:r>
            <a:rPr lang="en-US"/>
            <a:t>Insight: Structure Type×Certif×Genre</a:t>
          </a:r>
        </a:p>
      </dgm:t>
    </dgm:pt>
    <dgm:pt modelId="{EB7CBD0B-6A3F-46D5-95C2-2302AD876323}" type="parTrans" cxnId="{968A7CD8-724C-4324-BA85-BBEF8165BEAF}">
      <dgm:prSet/>
      <dgm:spPr/>
      <dgm:t>
        <a:bodyPr/>
        <a:lstStyle/>
        <a:p>
          <a:endParaRPr lang="en-US"/>
        </a:p>
      </dgm:t>
    </dgm:pt>
    <dgm:pt modelId="{3091530E-4977-4703-8DA8-DAA2F75051AB}" type="sibTrans" cxnId="{968A7CD8-724C-4324-BA85-BBEF8165BEAF}">
      <dgm:prSet/>
      <dgm:spPr/>
      <dgm:t>
        <a:bodyPr/>
        <a:lstStyle/>
        <a:p>
          <a:endParaRPr lang="en-US"/>
        </a:p>
      </dgm:t>
    </dgm:pt>
    <dgm:pt modelId="{777EBC39-0A32-42F1-8E8A-55CA0AC6F5B1}">
      <dgm:prSet/>
      <dgm:spPr/>
      <dgm:t>
        <a:bodyPr/>
        <a:lstStyle/>
        <a:p>
          <a:r>
            <a:rPr lang="en-US"/>
            <a:t>Chord Diagram (Allah-Eddine)</a:t>
          </a:r>
        </a:p>
      </dgm:t>
    </dgm:pt>
    <dgm:pt modelId="{9DC2A475-6D2A-447C-AAD6-886A6A85AF8E}" type="parTrans" cxnId="{08002C67-7693-44A3-B97E-A061B51E5A6D}">
      <dgm:prSet/>
      <dgm:spPr/>
      <dgm:t>
        <a:bodyPr/>
        <a:lstStyle/>
        <a:p>
          <a:endParaRPr lang="en-US"/>
        </a:p>
      </dgm:t>
    </dgm:pt>
    <dgm:pt modelId="{328EAD8E-24B5-4A84-8CD1-4DEC5E90988E}" type="sibTrans" cxnId="{08002C67-7693-44A3-B97E-A061B51E5A6D}">
      <dgm:prSet/>
      <dgm:spPr/>
      <dgm:t>
        <a:bodyPr/>
        <a:lstStyle/>
        <a:p>
          <a:endParaRPr lang="en-US"/>
        </a:p>
      </dgm:t>
    </dgm:pt>
    <dgm:pt modelId="{68B11A84-F1ED-46EA-9CB3-F310E03FE51E}">
      <dgm:prSet/>
      <dgm:spPr/>
      <dgm:t>
        <a:bodyPr/>
        <a:lstStyle/>
        <a:p>
          <a:r>
            <a:rPr lang="en-US"/>
            <a:t>Highlight relations, Panel films</a:t>
          </a:r>
        </a:p>
      </dgm:t>
    </dgm:pt>
    <dgm:pt modelId="{ABCFAAD0-EC92-4654-893A-0C29E10A4ED0}" type="parTrans" cxnId="{B73C0302-A289-4DC1-9CB5-EA714D03F5C3}">
      <dgm:prSet/>
      <dgm:spPr/>
      <dgm:t>
        <a:bodyPr/>
        <a:lstStyle/>
        <a:p>
          <a:endParaRPr lang="en-US"/>
        </a:p>
      </dgm:t>
    </dgm:pt>
    <dgm:pt modelId="{701485FB-FB3A-4B3C-93FC-A060F29E3078}" type="sibTrans" cxnId="{B73C0302-A289-4DC1-9CB5-EA714D03F5C3}">
      <dgm:prSet/>
      <dgm:spPr/>
      <dgm:t>
        <a:bodyPr/>
        <a:lstStyle/>
        <a:p>
          <a:endParaRPr lang="en-US"/>
        </a:p>
      </dgm:t>
    </dgm:pt>
    <dgm:pt modelId="{7708C01F-847E-4BA4-9D75-70E6F2C8C368}">
      <dgm:prSet/>
      <dgm:spPr/>
      <dgm:t>
        <a:bodyPr/>
        <a:lstStyle/>
        <a:p>
          <a:r>
            <a:rPr lang="en-US"/>
            <a:t>Insight: Co-occurrences Genre↔Région</a:t>
          </a:r>
        </a:p>
      </dgm:t>
    </dgm:pt>
    <dgm:pt modelId="{6F8E0613-5974-4A8C-890D-653BE9F19441}" type="parTrans" cxnId="{F3E98EFF-9A00-4C87-AAF7-B979D3A04961}">
      <dgm:prSet/>
      <dgm:spPr/>
      <dgm:t>
        <a:bodyPr/>
        <a:lstStyle/>
        <a:p>
          <a:endParaRPr lang="en-US"/>
        </a:p>
      </dgm:t>
    </dgm:pt>
    <dgm:pt modelId="{19E41EA3-EDD2-4746-9F74-1A3C14BC3F7F}" type="sibTrans" cxnId="{F3E98EFF-9A00-4C87-AAF7-B979D3A04961}">
      <dgm:prSet/>
      <dgm:spPr/>
      <dgm:t>
        <a:bodyPr/>
        <a:lstStyle/>
        <a:p>
          <a:endParaRPr lang="en-US"/>
        </a:p>
      </dgm:t>
    </dgm:pt>
    <dgm:pt modelId="{4C1F35D0-B702-4670-9309-9EE27BB4F8C1}" type="pres">
      <dgm:prSet presAssocID="{D2E20264-AD05-4884-BB50-51A29F426DF5}" presName="Name0" presStyleCnt="0">
        <dgm:presLayoutVars>
          <dgm:dir/>
          <dgm:animLvl val="lvl"/>
          <dgm:resizeHandles val="exact"/>
        </dgm:presLayoutVars>
      </dgm:prSet>
      <dgm:spPr/>
    </dgm:pt>
    <dgm:pt modelId="{0A78AF8B-B5A2-46A8-82F7-78BA660B9859}" type="pres">
      <dgm:prSet presAssocID="{1BA6BC1E-AFAE-40BE-8637-95B6756FD8C2}" presName="linNode" presStyleCnt="0"/>
      <dgm:spPr/>
    </dgm:pt>
    <dgm:pt modelId="{5CF9CA07-EFA4-4F72-9FE3-BD240A7B9BB2}" type="pres">
      <dgm:prSet presAssocID="{1BA6BC1E-AFAE-40BE-8637-95B6756FD8C2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E7402DE3-0A6F-4361-8490-CC6726DDA530}" type="pres">
      <dgm:prSet presAssocID="{1BA6BC1E-AFAE-40BE-8637-95B6756FD8C2}" presName="descendantText" presStyleLbl="alignAccFollowNode1" presStyleIdx="0" presStyleCnt="4">
        <dgm:presLayoutVars>
          <dgm:bulletEnabled val="1"/>
        </dgm:presLayoutVars>
      </dgm:prSet>
      <dgm:spPr/>
    </dgm:pt>
    <dgm:pt modelId="{DC39F03B-E840-4090-BBC0-6B006C7C8901}" type="pres">
      <dgm:prSet presAssocID="{A5A78CE5-871C-4B49-89DC-B3EE4BDDB5EB}" presName="sp" presStyleCnt="0"/>
      <dgm:spPr/>
    </dgm:pt>
    <dgm:pt modelId="{C76622B7-D75F-461E-A53E-DF70BA46E967}" type="pres">
      <dgm:prSet presAssocID="{E734D6D8-B688-49A2-84F2-37B5433C38A2}" presName="linNode" presStyleCnt="0"/>
      <dgm:spPr/>
    </dgm:pt>
    <dgm:pt modelId="{FEE3EB47-33D4-42A9-B944-67E309A2BB96}" type="pres">
      <dgm:prSet presAssocID="{E734D6D8-B688-49A2-84F2-37B5433C38A2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D00A5A22-3DBC-471B-8D05-97D32132E98F}" type="pres">
      <dgm:prSet presAssocID="{E734D6D8-B688-49A2-84F2-37B5433C38A2}" presName="descendantText" presStyleLbl="alignAccFollowNode1" presStyleIdx="1" presStyleCnt="4">
        <dgm:presLayoutVars>
          <dgm:bulletEnabled val="1"/>
        </dgm:presLayoutVars>
      </dgm:prSet>
      <dgm:spPr/>
    </dgm:pt>
    <dgm:pt modelId="{0EF84869-810E-4959-86C0-6A76A91EBAA2}" type="pres">
      <dgm:prSet presAssocID="{35EBBBF6-9DB6-40F3-AEBB-6E51761B7E86}" presName="sp" presStyleCnt="0"/>
      <dgm:spPr/>
    </dgm:pt>
    <dgm:pt modelId="{34B5E9B3-9621-4808-A35C-C1FC1B79192A}" type="pres">
      <dgm:prSet presAssocID="{1C75F9CD-6433-48E3-9C52-0B367EE50F67}" presName="linNode" presStyleCnt="0"/>
      <dgm:spPr/>
    </dgm:pt>
    <dgm:pt modelId="{7E06AAC8-F1C4-4D24-8DE7-C4A49565F5C5}" type="pres">
      <dgm:prSet presAssocID="{1C75F9CD-6433-48E3-9C52-0B367EE50F67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BDEB7222-F0C6-4B59-8B0A-0F1D1377A980}" type="pres">
      <dgm:prSet presAssocID="{1C75F9CD-6433-48E3-9C52-0B367EE50F67}" presName="descendantText" presStyleLbl="alignAccFollowNode1" presStyleIdx="2" presStyleCnt="4">
        <dgm:presLayoutVars>
          <dgm:bulletEnabled val="1"/>
        </dgm:presLayoutVars>
      </dgm:prSet>
      <dgm:spPr/>
    </dgm:pt>
    <dgm:pt modelId="{DE4E0BC3-0896-4CEB-86D6-1E8FA5B4B99A}" type="pres">
      <dgm:prSet presAssocID="{2DFBFB9C-CDBD-43A2-9A9F-0C0EABC4292C}" presName="sp" presStyleCnt="0"/>
      <dgm:spPr/>
    </dgm:pt>
    <dgm:pt modelId="{02763BDB-5F69-41F1-83E5-47879231304A}" type="pres">
      <dgm:prSet presAssocID="{777EBC39-0A32-42F1-8E8A-55CA0AC6F5B1}" presName="linNode" presStyleCnt="0"/>
      <dgm:spPr/>
    </dgm:pt>
    <dgm:pt modelId="{F393CA1B-1F4D-4268-9958-241C25DA698A}" type="pres">
      <dgm:prSet presAssocID="{777EBC39-0A32-42F1-8E8A-55CA0AC6F5B1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1410B055-F74A-4665-9A11-D40A6FCD4314}" type="pres">
      <dgm:prSet presAssocID="{777EBC39-0A32-42F1-8E8A-55CA0AC6F5B1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B73C0302-A289-4DC1-9CB5-EA714D03F5C3}" srcId="{777EBC39-0A32-42F1-8E8A-55CA0AC6F5B1}" destId="{68B11A84-F1ED-46EA-9CB3-F310E03FE51E}" srcOrd="0" destOrd="0" parTransId="{ABCFAAD0-EC92-4654-893A-0C29E10A4ED0}" sibTransId="{701485FB-FB3A-4B3C-93FC-A060F29E3078}"/>
    <dgm:cxn modelId="{C0F96909-EADA-4742-A8BF-2B83EA542A61}" srcId="{1BA6BC1E-AFAE-40BE-8637-95B6756FD8C2}" destId="{1032173A-44EB-4827-AEAF-4A327D69AD12}" srcOrd="0" destOrd="0" parTransId="{F7E6DC82-B87A-4001-806F-BA18C590B3EE}" sibTransId="{85E9A0B8-F7EA-45C0-886A-6AFBBEC4E8F5}"/>
    <dgm:cxn modelId="{48B22513-B9B3-44A1-B49A-FB38E58110CC}" type="presOf" srcId="{FACAACCA-6405-477F-B772-31C5DC3A45D4}" destId="{D00A5A22-3DBC-471B-8D05-97D32132E98F}" srcOrd="0" destOrd="1" presId="urn:microsoft.com/office/officeart/2005/8/layout/vList5"/>
    <dgm:cxn modelId="{7FCE9A14-C231-400D-A1A2-3A114F2D8202}" type="presOf" srcId="{777EBC39-0A32-42F1-8E8A-55CA0AC6F5B1}" destId="{F393CA1B-1F4D-4268-9958-241C25DA698A}" srcOrd="0" destOrd="0" presId="urn:microsoft.com/office/officeart/2005/8/layout/vList5"/>
    <dgm:cxn modelId="{FFEDCD1C-52E9-4150-AB36-25C4D014FA89}" type="presOf" srcId="{68B11A84-F1ED-46EA-9CB3-F310E03FE51E}" destId="{1410B055-F74A-4665-9A11-D40A6FCD4314}" srcOrd="0" destOrd="0" presId="urn:microsoft.com/office/officeart/2005/8/layout/vList5"/>
    <dgm:cxn modelId="{8F5F1E24-C85E-4DFE-B362-55CB0C386206}" type="presOf" srcId="{1C75F9CD-6433-48E3-9C52-0B367EE50F67}" destId="{7E06AAC8-F1C4-4D24-8DE7-C4A49565F5C5}" srcOrd="0" destOrd="0" presId="urn:microsoft.com/office/officeart/2005/8/layout/vList5"/>
    <dgm:cxn modelId="{896FD826-CA80-448C-9C13-43D4E3D0BEE5}" type="presOf" srcId="{20C83F4F-5016-4743-93C0-289E87A9AC8E}" destId="{D00A5A22-3DBC-471B-8D05-97D32132E98F}" srcOrd="0" destOrd="0" presId="urn:microsoft.com/office/officeart/2005/8/layout/vList5"/>
    <dgm:cxn modelId="{B46CE82D-A743-4556-8B52-2AADFC8C76DD}" srcId="{D2E20264-AD05-4884-BB50-51A29F426DF5}" destId="{1BA6BC1E-AFAE-40BE-8637-95B6756FD8C2}" srcOrd="0" destOrd="0" parTransId="{21A25BCE-D393-4A59-87CA-247F8E7A5C80}" sibTransId="{A5A78CE5-871C-4B49-89DC-B3EE4BDDB5EB}"/>
    <dgm:cxn modelId="{550F0833-61C2-4B6E-8734-91EF4C2F33F6}" type="presOf" srcId="{7F6353C6-5963-44CE-8A87-4E03A2CE57F2}" destId="{BDEB7222-F0C6-4B59-8B0A-0F1D1377A980}" srcOrd="0" destOrd="1" presId="urn:microsoft.com/office/officeart/2005/8/layout/vList5"/>
    <dgm:cxn modelId="{6C5A0C61-0D20-498C-8CDD-2B48A9246390}" type="presOf" srcId="{3D111CA9-5CDA-47F2-977D-F267AC9D3018}" destId="{BDEB7222-F0C6-4B59-8B0A-0F1D1377A980}" srcOrd="0" destOrd="0" presId="urn:microsoft.com/office/officeart/2005/8/layout/vList5"/>
    <dgm:cxn modelId="{08002C67-7693-44A3-B97E-A061B51E5A6D}" srcId="{D2E20264-AD05-4884-BB50-51A29F426DF5}" destId="{777EBC39-0A32-42F1-8E8A-55CA0AC6F5B1}" srcOrd="3" destOrd="0" parTransId="{9DC2A475-6D2A-447C-AAD6-886A6A85AF8E}" sibTransId="{328EAD8E-24B5-4A84-8CD1-4DEC5E90988E}"/>
    <dgm:cxn modelId="{DBD97C56-CC84-4E78-AC6A-5EE2C9EC7059}" srcId="{E734D6D8-B688-49A2-84F2-37B5433C38A2}" destId="{20C83F4F-5016-4743-93C0-289E87A9AC8E}" srcOrd="0" destOrd="0" parTransId="{5A955B78-9C8D-4804-B20D-3B5CFE5017E1}" sibTransId="{BA42CB26-33F2-4A3C-9EB5-F72F531C7C89}"/>
    <dgm:cxn modelId="{DEB4DA8F-581B-4350-89CA-388170BFE797}" type="presOf" srcId="{D2E20264-AD05-4884-BB50-51A29F426DF5}" destId="{4C1F35D0-B702-4670-9309-9EE27BB4F8C1}" srcOrd="0" destOrd="0" presId="urn:microsoft.com/office/officeart/2005/8/layout/vList5"/>
    <dgm:cxn modelId="{7FF23D97-D9B7-4322-A0FC-54146FD9C311}" type="presOf" srcId="{E734D6D8-B688-49A2-84F2-37B5433C38A2}" destId="{FEE3EB47-33D4-42A9-B944-67E309A2BB96}" srcOrd="0" destOrd="0" presId="urn:microsoft.com/office/officeart/2005/8/layout/vList5"/>
    <dgm:cxn modelId="{7B166197-8672-4419-963A-6075AC3DDCCD}" srcId="{E734D6D8-B688-49A2-84F2-37B5433C38A2}" destId="{FACAACCA-6405-477F-B772-31C5DC3A45D4}" srcOrd="1" destOrd="0" parTransId="{4B570293-2674-41B5-8458-5FA501068100}" sibTransId="{50564362-5C3B-4F1E-A5B6-350594580DBA}"/>
    <dgm:cxn modelId="{D957B5BB-5C96-4403-B585-C84522E4A9E9}" srcId="{1C75F9CD-6433-48E3-9C52-0B367EE50F67}" destId="{3D111CA9-5CDA-47F2-977D-F267AC9D3018}" srcOrd="0" destOrd="0" parTransId="{AD513911-346D-429D-964F-C73AC3C0E567}" sibTransId="{9D73772C-804E-4CED-AF07-791907C692B5}"/>
    <dgm:cxn modelId="{50C649C4-1FBA-48E6-8472-DE7682BD8AA3}" srcId="{D2E20264-AD05-4884-BB50-51A29F426DF5}" destId="{1C75F9CD-6433-48E3-9C52-0B367EE50F67}" srcOrd="2" destOrd="0" parTransId="{C6FB195F-22DB-4710-9D50-1B9297611F49}" sibTransId="{2DFBFB9C-CDBD-43A2-9A9F-0C0EABC4292C}"/>
    <dgm:cxn modelId="{16FF0BC5-F6AB-4DAA-9C4F-D06BE6EC437F}" type="presOf" srcId="{7708C01F-847E-4BA4-9D75-70E6F2C8C368}" destId="{1410B055-F74A-4665-9A11-D40A6FCD4314}" srcOrd="0" destOrd="1" presId="urn:microsoft.com/office/officeart/2005/8/layout/vList5"/>
    <dgm:cxn modelId="{D2124BCF-8980-4838-9AC3-A900CB888698}" type="presOf" srcId="{1032173A-44EB-4827-AEAF-4A327D69AD12}" destId="{E7402DE3-0A6F-4361-8490-CC6726DDA530}" srcOrd="0" destOrd="0" presId="urn:microsoft.com/office/officeart/2005/8/layout/vList5"/>
    <dgm:cxn modelId="{3DABDBD4-DC69-48F3-A226-2C936E7BE442}" srcId="{1BA6BC1E-AFAE-40BE-8637-95B6756FD8C2}" destId="{ECFC50F4-A595-4D6B-A339-AF4AFF37298F}" srcOrd="1" destOrd="0" parTransId="{CC699885-E32E-4C22-BC1F-8533EFA2923A}" sibTransId="{1050A725-00E9-44D9-9749-1BC408F10618}"/>
    <dgm:cxn modelId="{968A7CD8-724C-4324-BA85-BBEF8165BEAF}" srcId="{1C75F9CD-6433-48E3-9C52-0B367EE50F67}" destId="{7F6353C6-5963-44CE-8A87-4E03A2CE57F2}" srcOrd="1" destOrd="0" parTransId="{EB7CBD0B-6A3F-46D5-95C2-2302AD876323}" sibTransId="{3091530E-4977-4703-8DA8-DAA2F75051AB}"/>
    <dgm:cxn modelId="{B57671E0-ADE2-4B33-9227-6B082878A27F}" type="presOf" srcId="{1BA6BC1E-AFAE-40BE-8637-95B6756FD8C2}" destId="{5CF9CA07-EFA4-4F72-9FE3-BD240A7B9BB2}" srcOrd="0" destOrd="0" presId="urn:microsoft.com/office/officeart/2005/8/layout/vList5"/>
    <dgm:cxn modelId="{F79833EA-17C3-494B-81F7-34A0560AAF45}" srcId="{D2E20264-AD05-4884-BB50-51A29F426DF5}" destId="{E734D6D8-B688-49A2-84F2-37B5433C38A2}" srcOrd="1" destOrd="0" parTransId="{C372E864-9C90-482D-9423-095424999059}" sibTransId="{35EBBBF6-9DB6-40F3-AEBB-6E51761B7E86}"/>
    <dgm:cxn modelId="{45A7F0FC-C435-4154-8132-1843988A2C00}" type="presOf" srcId="{ECFC50F4-A595-4D6B-A339-AF4AFF37298F}" destId="{E7402DE3-0A6F-4361-8490-CC6726DDA530}" srcOrd="0" destOrd="1" presId="urn:microsoft.com/office/officeart/2005/8/layout/vList5"/>
    <dgm:cxn modelId="{F3E98EFF-9A00-4C87-AAF7-B979D3A04961}" srcId="{777EBC39-0A32-42F1-8E8A-55CA0AC6F5B1}" destId="{7708C01F-847E-4BA4-9D75-70E6F2C8C368}" srcOrd="1" destOrd="0" parTransId="{6F8E0613-5974-4A8C-890D-653BE9F19441}" sibTransId="{19E41EA3-EDD2-4746-9F74-1A3C14BC3F7F}"/>
    <dgm:cxn modelId="{F65645B8-419F-448A-85CF-2CA52A7A72CE}" type="presParOf" srcId="{4C1F35D0-B702-4670-9309-9EE27BB4F8C1}" destId="{0A78AF8B-B5A2-46A8-82F7-78BA660B9859}" srcOrd="0" destOrd="0" presId="urn:microsoft.com/office/officeart/2005/8/layout/vList5"/>
    <dgm:cxn modelId="{81402791-6E91-4D4B-B7D5-3A88FBA9B9DA}" type="presParOf" srcId="{0A78AF8B-B5A2-46A8-82F7-78BA660B9859}" destId="{5CF9CA07-EFA4-4F72-9FE3-BD240A7B9BB2}" srcOrd="0" destOrd="0" presId="urn:microsoft.com/office/officeart/2005/8/layout/vList5"/>
    <dgm:cxn modelId="{552B28EA-4BC4-475C-8667-C40A92F8A478}" type="presParOf" srcId="{0A78AF8B-B5A2-46A8-82F7-78BA660B9859}" destId="{E7402DE3-0A6F-4361-8490-CC6726DDA530}" srcOrd="1" destOrd="0" presId="urn:microsoft.com/office/officeart/2005/8/layout/vList5"/>
    <dgm:cxn modelId="{41BE966E-42DC-494F-A9E3-51CC3862294B}" type="presParOf" srcId="{4C1F35D0-B702-4670-9309-9EE27BB4F8C1}" destId="{DC39F03B-E840-4090-BBC0-6B006C7C8901}" srcOrd="1" destOrd="0" presId="urn:microsoft.com/office/officeart/2005/8/layout/vList5"/>
    <dgm:cxn modelId="{5902DFAD-7BD8-461C-968B-0BAFFF477410}" type="presParOf" srcId="{4C1F35D0-B702-4670-9309-9EE27BB4F8C1}" destId="{C76622B7-D75F-461E-A53E-DF70BA46E967}" srcOrd="2" destOrd="0" presId="urn:microsoft.com/office/officeart/2005/8/layout/vList5"/>
    <dgm:cxn modelId="{2E1CB2D9-9D1F-445D-9279-9BB0EF3F3AD9}" type="presParOf" srcId="{C76622B7-D75F-461E-A53E-DF70BA46E967}" destId="{FEE3EB47-33D4-42A9-B944-67E309A2BB96}" srcOrd="0" destOrd="0" presId="urn:microsoft.com/office/officeart/2005/8/layout/vList5"/>
    <dgm:cxn modelId="{E31182BE-2E4A-4B2E-8F5D-8EA9C1903A63}" type="presParOf" srcId="{C76622B7-D75F-461E-A53E-DF70BA46E967}" destId="{D00A5A22-3DBC-471B-8D05-97D32132E98F}" srcOrd="1" destOrd="0" presId="urn:microsoft.com/office/officeart/2005/8/layout/vList5"/>
    <dgm:cxn modelId="{C5F034F4-168F-49AE-8CD0-4780153DD392}" type="presParOf" srcId="{4C1F35D0-B702-4670-9309-9EE27BB4F8C1}" destId="{0EF84869-810E-4959-86C0-6A76A91EBAA2}" srcOrd="3" destOrd="0" presId="urn:microsoft.com/office/officeart/2005/8/layout/vList5"/>
    <dgm:cxn modelId="{311D9A64-D984-4076-B7D6-BA707F229AB0}" type="presParOf" srcId="{4C1F35D0-B702-4670-9309-9EE27BB4F8C1}" destId="{34B5E9B3-9621-4808-A35C-C1FC1B79192A}" srcOrd="4" destOrd="0" presId="urn:microsoft.com/office/officeart/2005/8/layout/vList5"/>
    <dgm:cxn modelId="{5D34FA3A-E5EF-4FDC-9DF1-49E00C4B8101}" type="presParOf" srcId="{34B5E9B3-9621-4808-A35C-C1FC1B79192A}" destId="{7E06AAC8-F1C4-4D24-8DE7-C4A49565F5C5}" srcOrd="0" destOrd="0" presId="urn:microsoft.com/office/officeart/2005/8/layout/vList5"/>
    <dgm:cxn modelId="{8CCFCAA6-F9C8-461F-99C6-3A0402B89797}" type="presParOf" srcId="{34B5E9B3-9621-4808-A35C-C1FC1B79192A}" destId="{BDEB7222-F0C6-4B59-8B0A-0F1D1377A980}" srcOrd="1" destOrd="0" presId="urn:microsoft.com/office/officeart/2005/8/layout/vList5"/>
    <dgm:cxn modelId="{3442B01E-36F0-457C-8C36-9F3E55931B6D}" type="presParOf" srcId="{4C1F35D0-B702-4670-9309-9EE27BB4F8C1}" destId="{DE4E0BC3-0896-4CEB-86D6-1E8FA5B4B99A}" srcOrd="5" destOrd="0" presId="urn:microsoft.com/office/officeart/2005/8/layout/vList5"/>
    <dgm:cxn modelId="{D2080588-7210-4765-89C7-AFE2D0479A4C}" type="presParOf" srcId="{4C1F35D0-B702-4670-9309-9EE27BB4F8C1}" destId="{02763BDB-5F69-41F1-83E5-47879231304A}" srcOrd="6" destOrd="0" presId="urn:microsoft.com/office/officeart/2005/8/layout/vList5"/>
    <dgm:cxn modelId="{B6F76AC0-2BA9-486D-A545-3984EF149D61}" type="presParOf" srcId="{02763BDB-5F69-41F1-83E5-47879231304A}" destId="{F393CA1B-1F4D-4268-9958-241C25DA698A}" srcOrd="0" destOrd="0" presId="urn:microsoft.com/office/officeart/2005/8/layout/vList5"/>
    <dgm:cxn modelId="{97A22C3A-9DB9-4061-88B6-A1857FE4C075}" type="presParOf" srcId="{02763BDB-5F69-41F1-83E5-47879231304A}" destId="{1410B055-F74A-4665-9A11-D40A6FCD431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BA303B8-97BB-4330-81E8-C0B04A63E9E1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BE48A94-5888-4772-AB20-CFC69259EA69}">
      <dgm:prSet/>
      <dgm:spPr/>
      <dgm:t>
        <a:bodyPr/>
        <a:lstStyle/>
        <a:p>
          <a:r>
            <a:rPr lang="en-US"/>
            <a:t>Encodage Visuel</a:t>
          </a:r>
        </a:p>
      </dgm:t>
    </dgm:pt>
    <dgm:pt modelId="{80747EB5-8091-47CF-B6DE-BE26D6226869}" type="parTrans" cxnId="{3186A33E-6549-45AE-93A3-0DEEF4CBD233}">
      <dgm:prSet/>
      <dgm:spPr/>
      <dgm:t>
        <a:bodyPr/>
        <a:lstStyle/>
        <a:p>
          <a:endParaRPr lang="en-US"/>
        </a:p>
      </dgm:t>
    </dgm:pt>
    <dgm:pt modelId="{A782D2C4-644F-4F98-82E9-2EEFEC890498}" type="sibTrans" cxnId="{3186A33E-6549-45AE-93A3-0DEEF4CBD233}">
      <dgm:prSet/>
      <dgm:spPr/>
      <dgm:t>
        <a:bodyPr/>
        <a:lstStyle/>
        <a:p>
          <a:endParaRPr lang="en-US"/>
        </a:p>
      </dgm:t>
    </dgm:pt>
    <dgm:pt modelId="{1B3797D2-B0AC-439D-B434-84388FA53CA3}">
      <dgm:prSet/>
      <dgm:spPr/>
      <dgm:t>
        <a:bodyPr/>
        <a:lstStyle/>
        <a:p>
          <a:r>
            <a:rPr lang="en-US"/>
            <a:t>Position: Votes (X) × Score (Y)</a:t>
          </a:r>
        </a:p>
      </dgm:t>
    </dgm:pt>
    <dgm:pt modelId="{548139E2-02ED-4648-AB9E-FCCEF8F30009}" type="parTrans" cxnId="{FFC0196E-AB56-46E1-AC4E-048DC9B8B5C7}">
      <dgm:prSet/>
      <dgm:spPr/>
      <dgm:t>
        <a:bodyPr/>
        <a:lstStyle/>
        <a:p>
          <a:endParaRPr lang="en-US"/>
        </a:p>
      </dgm:t>
    </dgm:pt>
    <dgm:pt modelId="{98131DDF-110E-400C-812E-9D1C9038B2BC}" type="sibTrans" cxnId="{FFC0196E-AB56-46E1-AC4E-048DC9B8B5C7}">
      <dgm:prSet/>
      <dgm:spPr/>
      <dgm:t>
        <a:bodyPr/>
        <a:lstStyle/>
        <a:p>
          <a:endParaRPr lang="en-US"/>
        </a:p>
      </dgm:t>
    </dgm:pt>
    <dgm:pt modelId="{DDFD44A2-2335-4FE7-AEE3-09FC95120625}">
      <dgm:prSet/>
      <dgm:spPr/>
      <dgm:t>
        <a:bodyPr/>
        <a:lstStyle/>
        <a:p>
          <a:r>
            <a:rPr lang="en-US"/>
            <a:t>Taille: Popularité</a:t>
          </a:r>
        </a:p>
      </dgm:t>
    </dgm:pt>
    <dgm:pt modelId="{F00B163A-F297-4B47-99A8-624827BC103D}" type="parTrans" cxnId="{011D1DF4-521E-4290-A507-D37FFE29CC19}">
      <dgm:prSet/>
      <dgm:spPr/>
      <dgm:t>
        <a:bodyPr/>
        <a:lstStyle/>
        <a:p>
          <a:endParaRPr lang="en-US"/>
        </a:p>
      </dgm:t>
    </dgm:pt>
    <dgm:pt modelId="{1B59B9D9-8B41-44EA-A6D6-64BC17AA6745}" type="sibTrans" cxnId="{011D1DF4-521E-4290-A507-D37FFE29CC19}">
      <dgm:prSet/>
      <dgm:spPr/>
      <dgm:t>
        <a:bodyPr/>
        <a:lstStyle/>
        <a:p>
          <a:endParaRPr lang="en-US"/>
        </a:p>
      </dgm:t>
    </dgm:pt>
    <dgm:pt modelId="{9229FCF8-D509-4EC4-B1D1-94A63B38AD55}">
      <dgm:prSet/>
      <dgm:spPr/>
      <dgm:t>
        <a:bodyPr/>
        <a:lstStyle/>
        <a:p>
          <a:r>
            <a:rPr lang="en-US"/>
            <a:t>Couleur: Région / Genre / Type</a:t>
          </a:r>
        </a:p>
      </dgm:t>
    </dgm:pt>
    <dgm:pt modelId="{EE11FE87-58BD-49DD-A148-BD5D206988F0}" type="parTrans" cxnId="{CD9FF8AE-D07F-4203-A185-F59E6DC90B54}">
      <dgm:prSet/>
      <dgm:spPr/>
      <dgm:t>
        <a:bodyPr/>
        <a:lstStyle/>
        <a:p>
          <a:endParaRPr lang="en-US"/>
        </a:p>
      </dgm:t>
    </dgm:pt>
    <dgm:pt modelId="{E6CD5322-C3B9-4267-B78F-D679478872AD}" type="sibTrans" cxnId="{CD9FF8AE-D07F-4203-A185-F59E6DC90B54}">
      <dgm:prSet/>
      <dgm:spPr/>
      <dgm:t>
        <a:bodyPr/>
        <a:lstStyle/>
        <a:p>
          <a:endParaRPr lang="en-US"/>
        </a:p>
      </dgm:t>
    </dgm:pt>
    <dgm:pt modelId="{BC8987E0-227B-4CCF-9861-65EC3F387EC8}">
      <dgm:prSet/>
      <dgm:spPr/>
      <dgm:t>
        <a:bodyPr/>
        <a:lstStyle/>
        <a:p>
          <a:r>
            <a:rPr lang="en-US"/>
            <a:t>Animation: Temporelle année par année</a:t>
          </a:r>
        </a:p>
      </dgm:t>
    </dgm:pt>
    <dgm:pt modelId="{AFDD0585-366D-4DA8-AA44-9F5D3A3BB0EA}" type="parTrans" cxnId="{1F702755-9BA0-4D0D-8634-04FE12B7445B}">
      <dgm:prSet/>
      <dgm:spPr/>
      <dgm:t>
        <a:bodyPr/>
        <a:lstStyle/>
        <a:p>
          <a:endParaRPr lang="en-US"/>
        </a:p>
      </dgm:t>
    </dgm:pt>
    <dgm:pt modelId="{A84AB100-56A4-4A19-805E-0734EFEF2A36}" type="sibTrans" cxnId="{1F702755-9BA0-4D0D-8634-04FE12B7445B}">
      <dgm:prSet/>
      <dgm:spPr/>
      <dgm:t>
        <a:bodyPr/>
        <a:lstStyle/>
        <a:p>
          <a:endParaRPr lang="en-US"/>
        </a:p>
      </dgm:t>
    </dgm:pt>
    <dgm:pt modelId="{87BCCEED-74D6-4417-A1E1-E711D8AA51E8}">
      <dgm:prSet/>
      <dgm:spPr/>
      <dgm:t>
        <a:bodyPr/>
        <a:lstStyle/>
        <a:p>
          <a:r>
            <a:rPr lang="en-US"/>
            <a:t>Overview + Details</a:t>
          </a:r>
        </a:p>
      </dgm:t>
    </dgm:pt>
    <dgm:pt modelId="{BCA2BFD4-653E-42CA-B018-DF259D4BC872}" type="parTrans" cxnId="{DA013435-8D7F-40AC-90F3-FCF1EEB9CFB1}">
      <dgm:prSet/>
      <dgm:spPr/>
      <dgm:t>
        <a:bodyPr/>
        <a:lstStyle/>
        <a:p>
          <a:endParaRPr lang="en-US"/>
        </a:p>
      </dgm:t>
    </dgm:pt>
    <dgm:pt modelId="{E05CA1A4-C7F5-4CE4-B49F-F3FD7C4D23F5}" type="sibTrans" cxnId="{DA013435-8D7F-40AC-90F3-FCF1EEB9CFB1}">
      <dgm:prSet/>
      <dgm:spPr/>
      <dgm:t>
        <a:bodyPr/>
        <a:lstStyle/>
        <a:p>
          <a:endParaRPr lang="en-US"/>
        </a:p>
      </dgm:t>
    </dgm:pt>
    <dgm:pt modelId="{F7DD1A26-49CA-44B5-B7EC-347B9A6ACF18}">
      <dgm:prSet/>
      <dgm:spPr/>
      <dgm:t>
        <a:bodyPr/>
        <a:lstStyle/>
        <a:p>
          <a:r>
            <a:rPr lang="en-US"/>
            <a:t>Overview: Tous films année N, Distribution</a:t>
          </a:r>
        </a:p>
      </dgm:t>
    </dgm:pt>
    <dgm:pt modelId="{63DA1890-D964-4CC1-ABDE-6BFCF1CD9BB2}" type="parTrans" cxnId="{02669AC6-064F-44DE-BA7F-C555C589E766}">
      <dgm:prSet/>
      <dgm:spPr/>
      <dgm:t>
        <a:bodyPr/>
        <a:lstStyle/>
        <a:p>
          <a:endParaRPr lang="en-US"/>
        </a:p>
      </dgm:t>
    </dgm:pt>
    <dgm:pt modelId="{A9E64ECB-0201-4EEE-8095-6815D15FABA1}" type="sibTrans" cxnId="{02669AC6-064F-44DE-BA7F-C555C589E766}">
      <dgm:prSet/>
      <dgm:spPr/>
      <dgm:t>
        <a:bodyPr/>
        <a:lstStyle/>
        <a:p>
          <a:endParaRPr lang="en-US"/>
        </a:p>
      </dgm:t>
    </dgm:pt>
    <dgm:pt modelId="{E5CF029A-3C2E-4363-A8EF-F11BE4BD76FA}">
      <dgm:prSet/>
      <dgm:spPr/>
      <dgm:t>
        <a:bodyPr/>
        <a:lstStyle/>
        <a:p>
          <a:r>
            <a:rPr lang="en-US"/>
            <a:t>Details: Hover → Tooltip, Click → Modal complète</a:t>
          </a:r>
        </a:p>
      </dgm:t>
    </dgm:pt>
    <dgm:pt modelId="{C496244E-E464-4A17-B2E2-F88BC7847F33}" type="parTrans" cxnId="{F67187EE-4B5E-4E46-A945-92735DCFC8CB}">
      <dgm:prSet/>
      <dgm:spPr/>
      <dgm:t>
        <a:bodyPr/>
        <a:lstStyle/>
        <a:p>
          <a:endParaRPr lang="en-US"/>
        </a:p>
      </dgm:t>
    </dgm:pt>
    <dgm:pt modelId="{9BEC7DD6-0AC1-4B73-B17D-E92F0FB2D016}" type="sibTrans" cxnId="{F67187EE-4B5E-4E46-A945-92735DCFC8CB}">
      <dgm:prSet/>
      <dgm:spPr/>
      <dgm:t>
        <a:bodyPr/>
        <a:lstStyle/>
        <a:p>
          <a:endParaRPr lang="en-US"/>
        </a:p>
      </dgm:t>
    </dgm:pt>
    <dgm:pt modelId="{92F07708-CED3-4CBA-94ED-541DAB2B823C}">
      <dgm:prSet/>
      <dgm:spPr/>
      <dgm:t>
        <a:bodyPr/>
        <a:lstStyle/>
        <a:p>
          <a:r>
            <a:rPr lang="en-US"/>
            <a:t>Interactions: ⏯️ Play | 🔍 Zoom | 📊 Log | 🖱️ Modal</a:t>
          </a:r>
        </a:p>
      </dgm:t>
    </dgm:pt>
    <dgm:pt modelId="{D161EF4B-B206-4154-B901-E651746ACBBA}" type="parTrans" cxnId="{6FF05D29-9416-4DF2-879E-49F040CACCB0}">
      <dgm:prSet/>
      <dgm:spPr/>
      <dgm:t>
        <a:bodyPr/>
        <a:lstStyle/>
        <a:p>
          <a:endParaRPr lang="en-US"/>
        </a:p>
      </dgm:t>
    </dgm:pt>
    <dgm:pt modelId="{0B099E96-A8C5-4269-9D90-ED53D45074C8}" type="sibTrans" cxnId="{6FF05D29-9416-4DF2-879E-49F040CACCB0}">
      <dgm:prSet/>
      <dgm:spPr/>
      <dgm:t>
        <a:bodyPr/>
        <a:lstStyle/>
        <a:p>
          <a:endParaRPr lang="en-US"/>
        </a:p>
      </dgm:t>
    </dgm:pt>
    <dgm:pt modelId="{BD65A98E-3EBF-43C9-AD3E-1AA4C821480A}" type="pres">
      <dgm:prSet presAssocID="{FBA303B8-97BB-4330-81E8-C0B04A63E9E1}" presName="linear" presStyleCnt="0">
        <dgm:presLayoutVars>
          <dgm:dir/>
          <dgm:animLvl val="lvl"/>
          <dgm:resizeHandles val="exact"/>
        </dgm:presLayoutVars>
      </dgm:prSet>
      <dgm:spPr/>
    </dgm:pt>
    <dgm:pt modelId="{B6BDF04B-6F78-4E68-B289-DA92E4A0E226}" type="pres">
      <dgm:prSet presAssocID="{7BE48A94-5888-4772-AB20-CFC69259EA69}" presName="parentLin" presStyleCnt="0"/>
      <dgm:spPr/>
    </dgm:pt>
    <dgm:pt modelId="{F20BB4A9-EE65-4DEC-A844-B2A666A67511}" type="pres">
      <dgm:prSet presAssocID="{7BE48A94-5888-4772-AB20-CFC69259EA69}" presName="parentLeftMargin" presStyleLbl="node1" presStyleIdx="0" presStyleCnt="2"/>
      <dgm:spPr/>
    </dgm:pt>
    <dgm:pt modelId="{D229D5F2-B24C-42CB-9E54-611F67E09588}" type="pres">
      <dgm:prSet presAssocID="{7BE48A94-5888-4772-AB20-CFC69259EA6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7AC4CB8-111A-48AE-9D25-3B19864756CE}" type="pres">
      <dgm:prSet presAssocID="{7BE48A94-5888-4772-AB20-CFC69259EA69}" presName="negativeSpace" presStyleCnt="0"/>
      <dgm:spPr/>
    </dgm:pt>
    <dgm:pt modelId="{422513CD-EDE1-43BD-9B8B-E7A05A1DF1B4}" type="pres">
      <dgm:prSet presAssocID="{7BE48A94-5888-4772-AB20-CFC69259EA69}" presName="childText" presStyleLbl="conFgAcc1" presStyleIdx="0" presStyleCnt="2">
        <dgm:presLayoutVars>
          <dgm:bulletEnabled val="1"/>
        </dgm:presLayoutVars>
      </dgm:prSet>
      <dgm:spPr/>
    </dgm:pt>
    <dgm:pt modelId="{50FF621B-5322-47FF-9EC8-A3BB8B06472E}" type="pres">
      <dgm:prSet presAssocID="{A782D2C4-644F-4F98-82E9-2EEFEC890498}" presName="spaceBetweenRectangles" presStyleCnt="0"/>
      <dgm:spPr/>
    </dgm:pt>
    <dgm:pt modelId="{5E064F25-21E6-45D7-9AF0-6EB72BE32A56}" type="pres">
      <dgm:prSet presAssocID="{87BCCEED-74D6-4417-A1E1-E711D8AA51E8}" presName="parentLin" presStyleCnt="0"/>
      <dgm:spPr/>
    </dgm:pt>
    <dgm:pt modelId="{4A61B0F3-EDFE-4050-A54C-05492EAFE16B}" type="pres">
      <dgm:prSet presAssocID="{87BCCEED-74D6-4417-A1E1-E711D8AA51E8}" presName="parentLeftMargin" presStyleLbl="node1" presStyleIdx="0" presStyleCnt="2"/>
      <dgm:spPr/>
    </dgm:pt>
    <dgm:pt modelId="{C3F105D0-6B57-4B29-BC69-F9064A82CB79}" type="pres">
      <dgm:prSet presAssocID="{87BCCEED-74D6-4417-A1E1-E711D8AA51E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2D2B541-5B63-4932-98C7-A30708306802}" type="pres">
      <dgm:prSet presAssocID="{87BCCEED-74D6-4417-A1E1-E711D8AA51E8}" presName="negativeSpace" presStyleCnt="0"/>
      <dgm:spPr/>
    </dgm:pt>
    <dgm:pt modelId="{B9627A5E-118C-404F-84E2-3B40D97AD996}" type="pres">
      <dgm:prSet presAssocID="{87BCCEED-74D6-4417-A1E1-E711D8AA51E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AB38A01-6888-4CDB-A891-950B1B5625A9}" type="presOf" srcId="{BC8987E0-227B-4CCF-9861-65EC3F387EC8}" destId="{422513CD-EDE1-43BD-9B8B-E7A05A1DF1B4}" srcOrd="0" destOrd="3" presId="urn:microsoft.com/office/officeart/2005/8/layout/list1"/>
    <dgm:cxn modelId="{69E9600C-AADF-4009-8B15-4BBF19623190}" type="presOf" srcId="{7BE48A94-5888-4772-AB20-CFC69259EA69}" destId="{F20BB4A9-EE65-4DEC-A844-B2A666A67511}" srcOrd="0" destOrd="0" presId="urn:microsoft.com/office/officeart/2005/8/layout/list1"/>
    <dgm:cxn modelId="{47BD5415-E00E-490F-A4F9-6F922C5A88DB}" type="presOf" srcId="{87BCCEED-74D6-4417-A1E1-E711D8AA51E8}" destId="{C3F105D0-6B57-4B29-BC69-F9064A82CB79}" srcOrd="1" destOrd="0" presId="urn:microsoft.com/office/officeart/2005/8/layout/list1"/>
    <dgm:cxn modelId="{13520A16-9FB5-424C-8608-E0BAB66B35B4}" type="presOf" srcId="{FBA303B8-97BB-4330-81E8-C0B04A63E9E1}" destId="{BD65A98E-3EBF-43C9-AD3E-1AA4C821480A}" srcOrd="0" destOrd="0" presId="urn:microsoft.com/office/officeart/2005/8/layout/list1"/>
    <dgm:cxn modelId="{24ED361C-2F76-476E-AC4C-9E54D06B42E3}" type="presOf" srcId="{DDFD44A2-2335-4FE7-AEE3-09FC95120625}" destId="{422513CD-EDE1-43BD-9B8B-E7A05A1DF1B4}" srcOrd="0" destOrd="1" presId="urn:microsoft.com/office/officeart/2005/8/layout/list1"/>
    <dgm:cxn modelId="{6FF05D29-9416-4DF2-879E-49F040CACCB0}" srcId="{87BCCEED-74D6-4417-A1E1-E711D8AA51E8}" destId="{92F07708-CED3-4CBA-94ED-541DAB2B823C}" srcOrd="2" destOrd="0" parTransId="{D161EF4B-B206-4154-B901-E651746ACBBA}" sibTransId="{0B099E96-A8C5-4269-9D90-ED53D45074C8}"/>
    <dgm:cxn modelId="{DA013435-8D7F-40AC-90F3-FCF1EEB9CFB1}" srcId="{FBA303B8-97BB-4330-81E8-C0B04A63E9E1}" destId="{87BCCEED-74D6-4417-A1E1-E711D8AA51E8}" srcOrd="1" destOrd="0" parTransId="{BCA2BFD4-653E-42CA-B018-DF259D4BC872}" sibTransId="{E05CA1A4-C7F5-4CE4-B49F-F3FD7C4D23F5}"/>
    <dgm:cxn modelId="{F3052138-99F1-44D0-871F-1F5DFDFFE3A7}" type="presOf" srcId="{7BE48A94-5888-4772-AB20-CFC69259EA69}" destId="{D229D5F2-B24C-42CB-9E54-611F67E09588}" srcOrd="1" destOrd="0" presId="urn:microsoft.com/office/officeart/2005/8/layout/list1"/>
    <dgm:cxn modelId="{3186A33E-6549-45AE-93A3-0DEEF4CBD233}" srcId="{FBA303B8-97BB-4330-81E8-C0B04A63E9E1}" destId="{7BE48A94-5888-4772-AB20-CFC69259EA69}" srcOrd="0" destOrd="0" parTransId="{80747EB5-8091-47CF-B6DE-BE26D6226869}" sibTransId="{A782D2C4-644F-4F98-82E9-2EEFEC890498}"/>
    <dgm:cxn modelId="{FFC0196E-AB56-46E1-AC4E-048DC9B8B5C7}" srcId="{7BE48A94-5888-4772-AB20-CFC69259EA69}" destId="{1B3797D2-B0AC-439D-B434-84388FA53CA3}" srcOrd="0" destOrd="0" parTransId="{548139E2-02ED-4648-AB9E-FCCEF8F30009}" sibTransId="{98131DDF-110E-400C-812E-9D1C9038B2BC}"/>
    <dgm:cxn modelId="{59E1E54F-E1C8-460A-B96F-BEDE8F355510}" type="presOf" srcId="{87BCCEED-74D6-4417-A1E1-E711D8AA51E8}" destId="{4A61B0F3-EDFE-4050-A54C-05492EAFE16B}" srcOrd="0" destOrd="0" presId="urn:microsoft.com/office/officeart/2005/8/layout/list1"/>
    <dgm:cxn modelId="{17375972-9831-4D81-8021-EFE82A2E81DD}" type="presOf" srcId="{9229FCF8-D509-4EC4-B1D1-94A63B38AD55}" destId="{422513CD-EDE1-43BD-9B8B-E7A05A1DF1B4}" srcOrd="0" destOrd="2" presId="urn:microsoft.com/office/officeart/2005/8/layout/list1"/>
    <dgm:cxn modelId="{1F702755-9BA0-4D0D-8634-04FE12B7445B}" srcId="{7BE48A94-5888-4772-AB20-CFC69259EA69}" destId="{BC8987E0-227B-4CCF-9861-65EC3F387EC8}" srcOrd="3" destOrd="0" parTransId="{AFDD0585-366D-4DA8-AA44-9F5D3A3BB0EA}" sibTransId="{A84AB100-56A4-4A19-805E-0734EFEF2A36}"/>
    <dgm:cxn modelId="{DC9CCE85-9AB3-4632-A242-D57D4EE39222}" type="presOf" srcId="{F7DD1A26-49CA-44B5-B7EC-347B9A6ACF18}" destId="{B9627A5E-118C-404F-84E2-3B40D97AD996}" srcOrd="0" destOrd="0" presId="urn:microsoft.com/office/officeart/2005/8/layout/list1"/>
    <dgm:cxn modelId="{870E099D-796B-4E3A-BF4C-7E68B0965B31}" type="presOf" srcId="{92F07708-CED3-4CBA-94ED-541DAB2B823C}" destId="{B9627A5E-118C-404F-84E2-3B40D97AD996}" srcOrd="0" destOrd="2" presId="urn:microsoft.com/office/officeart/2005/8/layout/list1"/>
    <dgm:cxn modelId="{CD9FF8AE-D07F-4203-A185-F59E6DC90B54}" srcId="{7BE48A94-5888-4772-AB20-CFC69259EA69}" destId="{9229FCF8-D509-4EC4-B1D1-94A63B38AD55}" srcOrd="2" destOrd="0" parTransId="{EE11FE87-58BD-49DD-A148-BD5D206988F0}" sibTransId="{E6CD5322-C3B9-4267-B78F-D679478872AD}"/>
    <dgm:cxn modelId="{C56C6DB0-ABB7-45FB-9BB0-0EC061EFB1DE}" type="presOf" srcId="{E5CF029A-3C2E-4363-A8EF-F11BE4BD76FA}" destId="{B9627A5E-118C-404F-84E2-3B40D97AD996}" srcOrd="0" destOrd="1" presId="urn:microsoft.com/office/officeart/2005/8/layout/list1"/>
    <dgm:cxn modelId="{02669AC6-064F-44DE-BA7F-C555C589E766}" srcId="{87BCCEED-74D6-4417-A1E1-E711D8AA51E8}" destId="{F7DD1A26-49CA-44B5-B7EC-347B9A6ACF18}" srcOrd="0" destOrd="0" parTransId="{63DA1890-D964-4CC1-ABDE-6BFCF1CD9BB2}" sibTransId="{A9E64ECB-0201-4EEE-8095-6815D15FABA1}"/>
    <dgm:cxn modelId="{C5F222CF-A972-429D-85FC-3ADD486E76BB}" type="presOf" srcId="{1B3797D2-B0AC-439D-B434-84388FA53CA3}" destId="{422513CD-EDE1-43BD-9B8B-E7A05A1DF1B4}" srcOrd="0" destOrd="0" presId="urn:microsoft.com/office/officeart/2005/8/layout/list1"/>
    <dgm:cxn modelId="{F67187EE-4B5E-4E46-A945-92735DCFC8CB}" srcId="{87BCCEED-74D6-4417-A1E1-E711D8AA51E8}" destId="{E5CF029A-3C2E-4363-A8EF-F11BE4BD76FA}" srcOrd="1" destOrd="0" parTransId="{C496244E-E464-4A17-B2E2-F88BC7847F33}" sibTransId="{9BEC7DD6-0AC1-4B73-B17D-E92F0FB2D016}"/>
    <dgm:cxn modelId="{011D1DF4-521E-4290-A507-D37FFE29CC19}" srcId="{7BE48A94-5888-4772-AB20-CFC69259EA69}" destId="{DDFD44A2-2335-4FE7-AEE3-09FC95120625}" srcOrd="1" destOrd="0" parTransId="{F00B163A-F297-4B47-99A8-624827BC103D}" sibTransId="{1B59B9D9-8B41-44EA-A6D6-64BC17AA6745}"/>
    <dgm:cxn modelId="{B6589193-11D9-456D-A65E-7623F774FE44}" type="presParOf" srcId="{BD65A98E-3EBF-43C9-AD3E-1AA4C821480A}" destId="{B6BDF04B-6F78-4E68-B289-DA92E4A0E226}" srcOrd="0" destOrd="0" presId="urn:microsoft.com/office/officeart/2005/8/layout/list1"/>
    <dgm:cxn modelId="{0A479865-ECBF-4F3D-881D-0E510B56ABF0}" type="presParOf" srcId="{B6BDF04B-6F78-4E68-B289-DA92E4A0E226}" destId="{F20BB4A9-EE65-4DEC-A844-B2A666A67511}" srcOrd="0" destOrd="0" presId="urn:microsoft.com/office/officeart/2005/8/layout/list1"/>
    <dgm:cxn modelId="{3106B459-F6E8-4832-A6D3-41680F9AC4EE}" type="presParOf" srcId="{B6BDF04B-6F78-4E68-B289-DA92E4A0E226}" destId="{D229D5F2-B24C-42CB-9E54-611F67E09588}" srcOrd="1" destOrd="0" presId="urn:microsoft.com/office/officeart/2005/8/layout/list1"/>
    <dgm:cxn modelId="{816C709A-57F4-4EDB-BAA5-FEDF773E5A4E}" type="presParOf" srcId="{BD65A98E-3EBF-43C9-AD3E-1AA4C821480A}" destId="{D7AC4CB8-111A-48AE-9D25-3B19864756CE}" srcOrd="1" destOrd="0" presId="urn:microsoft.com/office/officeart/2005/8/layout/list1"/>
    <dgm:cxn modelId="{65F9C8DD-3B70-41FB-BCDE-294F18438FF6}" type="presParOf" srcId="{BD65A98E-3EBF-43C9-AD3E-1AA4C821480A}" destId="{422513CD-EDE1-43BD-9B8B-E7A05A1DF1B4}" srcOrd="2" destOrd="0" presId="urn:microsoft.com/office/officeart/2005/8/layout/list1"/>
    <dgm:cxn modelId="{F2043987-9927-44D2-9087-85EA65E40CCE}" type="presParOf" srcId="{BD65A98E-3EBF-43C9-AD3E-1AA4C821480A}" destId="{50FF621B-5322-47FF-9EC8-A3BB8B06472E}" srcOrd="3" destOrd="0" presId="urn:microsoft.com/office/officeart/2005/8/layout/list1"/>
    <dgm:cxn modelId="{1FBC69BD-4975-4759-833A-7B8E53A90FC6}" type="presParOf" srcId="{BD65A98E-3EBF-43C9-AD3E-1AA4C821480A}" destId="{5E064F25-21E6-45D7-9AF0-6EB72BE32A56}" srcOrd="4" destOrd="0" presId="urn:microsoft.com/office/officeart/2005/8/layout/list1"/>
    <dgm:cxn modelId="{D4A2E673-C7ED-43A9-82F2-21B78F4D248C}" type="presParOf" srcId="{5E064F25-21E6-45D7-9AF0-6EB72BE32A56}" destId="{4A61B0F3-EDFE-4050-A54C-05492EAFE16B}" srcOrd="0" destOrd="0" presId="urn:microsoft.com/office/officeart/2005/8/layout/list1"/>
    <dgm:cxn modelId="{BBA18D97-A339-46F3-AC3E-BAAC7E405E12}" type="presParOf" srcId="{5E064F25-21E6-45D7-9AF0-6EB72BE32A56}" destId="{C3F105D0-6B57-4B29-BC69-F9064A82CB79}" srcOrd="1" destOrd="0" presId="urn:microsoft.com/office/officeart/2005/8/layout/list1"/>
    <dgm:cxn modelId="{E3BD2A2E-459B-4893-A8F3-28A28BD22886}" type="presParOf" srcId="{BD65A98E-3EBF-43C9-AD3E-1AA4C821480A}" destId="{E2D2B541-5B63-4932-98C7-A30708306802}" srcOrd="5" destOrd="0" presId="urn:microsoft.com/office/officeart/2005/8/layout/list1"/>
    <dgm:cxn modelId="{09CB92F2-7FFD-4972-A583-2E585B22DC5C}" type="presParOf" srcId="{BD65A98E-3EBF-43C9-AD3E-1AA4C821480A}" destId="{B9627A5E-118C-404F-84E2-3B40D97AD99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70F79DF-6D27-48E6-A679-7C2CC0B1E31E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B4D987D-69BF-4679-B342-45166F640A7F}">
      <dgm:prSet/>
      <dgm:spPr/>
      <dgm:t>
        <a:bodyPr/>
        <a:lstStyle/>
        <a:p>
          <a:r>
            <a:rPr lang="en-US"/>
            <a:t>Encodage Visuel</a:t>
          </a:r>
        </a:p>
      </dgm:t>
    </dgm:pt>
    <dgm:pt modelId="{E26E12C9-085E-4A56-BDFD-02637CE378A4}" type="parTrans" cxnId="{C2DFF1EB-8579-400D-876A-B5D2728C11F6}">
      <dgm:prSet/>
      <dgm:spPr/>
      <dgm:t>
        <a:bodyPr/>
        <a:lstStyle/>
        <a:p>
          <a:endParaRPr lang="en-US"/>
        </a:p>
      </dgm:t>
    </dgm:pt>
    <dgm:pt modelId="{F3527096-1B7E-44C0-ACD6-4D32631BC72F}" type="sibTrans" cxnId="{C2DFF1EB-8579-400D-876A-B5D2728C11F6}">
      <dgm:prSet/>
      <dgm:spPr/>
      <dgm:t>
        <a:bodyPr/>
        <a:lstStyle/>
        <a:p>
          <a:endParaRPr lang="en-US"/>
        </a:p>
      </dgm:t>
    </dgm:pt>
    <dgm:pt modelId="{D294B90F-9060-4576-A4FE-14593FCDAE7B}">
      <dgm:prSet/>
      <dgm:spPr/>
      <dgm:t>
        <a:bodyPr/>
        <a:lstStyle/>
        <a:p>
          <a:r>
            <a:rPr lang="en-US"/>
            <a:t>Surface: Nombre de titres</a:t>
          </a:r>
        </a:p>
      </dgm:t>
    </dgm:pt>
    <dgm:pt modelId="{7AF80B44-2CBF-4640-87F7-072A592993E7}" type="parTrans" cxnId="{65F8C73A-EADD-46C8-A522-C25DCDD80B94}">
      <dgm:prSet/>
      <dgm:spPr/>
      <dgm:t>
        <a:bodyPr/>
        <a:lstStyle/>
        <a:p>
          <a:endParaRPr lang="en-US"/>
        </a:p>
      </dgm:t>
    </dgm:pt>
    <dgm:pt modelId="{F91B2629-9466-4EE2-A85F-76BEBFC13BD3}" type="sibTrans" cxnId="{65F8C73A-EADD-46C8-A522-C25DCDD80B94}">
      <dgm:prSet/>
      <dgm:spPr/>
      <dgm:t>
        <a:bodyPr/>
        <a:lstStyle/>
        <a:p>
          <a:endParaRPr lang="en-US"/>
        </a:p>
      </dgm:t>
    </dgm:pt>
    <dgm:pt modelId="{6D330B39-AD8F-46EC-B256-42EDEBF7373C}">
      <dgm:prSet/>
      <dgm:spPr/>
      <dgm:t>
        <a:bodyPr/>
        <a:lstStyle/>
        <a:p>
          <a:r>
            <a:rPr lang="en-US"/>
            <a:t>Couleur: Région géographique</a:t>
          </a:r>
        </a:p>
      </dgm:t>
    </dgm:pt>
    <dgm:pt modelId="{FCC75F15-3B04-4846-9866-2B4117AE475C}" type="parTrans" cxnId="{00459795-84C1-4ADF-A4F2-F3A559510412}">
      <dgm:prSet/>
      <dgm:spPr/>
      <dgm:t>
        <a:bodyPr/>
        <a:lstStyle/>
        <a:p>
          <a:endParaRPr lang="en-US"/>
        </a:p>
      </dgm:t>
    </dgm:pt>
    <dgm:pt modelId="{23EE5DDC-FED0-4359-ADF1-E61A4391E726}" type="sibTrans" cxnId="{00459795-84C1-4ADF-A4F2-F3A559510412}">
      <dgm:prSet/>
      <dgm:spPr/>
      <dgm:t>
        <a:bodyPr/>
        <a:lstStyle/>
        <a:p>
          <a:endParaRPr lang="en-US"/>
        </a:p>
      </dgm:t>
    </dgm:pt>
    <dgm:pt modelId="{6249AA03-73B2-4BEB-8060-47D6EB56D7A7}">
      <dgm:prSet/>
      <dgm:spPr/>
      <dgm:t>
        <a:bodyPr/>
        <a:lstStyle/>
        <a:p>
          <a:r>
            <a:rPr lang="en-US"/>
            <a:t>Hiérarchie: Genre → Région</a:t>
          </a:r>
        </a:p>
      </dgm:t>
    </dgm:pt>
    <dgm:pt modelId="{D07E2905-3C09-40EE-B443-75414F24ADE8}" type="parTrans" cxnId="{422A1E6F-CF10-42F3-9349-700ED543475E}">
      <dgm:prSet/>
      <dgm:spPr/>
      <dgm:t>
        <a:bodyPr/>
        <a:lstStyle/>
        <a:p>
          <a:endParaRPr lang="en-US"/>
        </a:p>
      </dgm:t>
    </dgm:pt>
    <dgm:pt modelId="{D3A23E35-D16C-4A16-8C47-6680AE8D818F}" type="sibTrans" cxnId="{422A1E6F-CF10-42F3-9349-700ED543475E}">
      <dgm:prSet/>
      <dgm:spPr/>
      <dgm:t>
        <a:bodyPr/>
        <a:lstStyle/>
        <a:p>
          <a:endParaRPr lang="en-US"/>
        </a:p>
      </dgm:t>
    </dgm:pt>
    <dgm:pt modelId="{A06F83E5-E836-4A51-AEF4-BDE1F3C8D30A}">
      <dgm:prSet/>
      <dgm:spPr/>
      <dgm:t>
        <a:bodyPr/>
        <a:lstStyle/>
        <a:p>
          <a:r>
            <a:rPr lang="en-US"/>
            <a:t>Comparaison: 2 années côte à côte</a:t>
          </a:r>
        </a:p>
      </dgm:t>
    </dgm:pt>
    <dgm:pt modelId="{69CCB80F-32CE-4801-881D-75FF5E071630}" type="parTrans" cxnId="{D0676B2A-6056-4CC4-BE62-57FFB305D606}">
      <dgm:prSet/>
      <dgm:spPr/>
      <dgm:t>
        <a:bodyPr/>
        <a:lstStyle/>
        <a:p>
          <a:endParaRPr lang="en-US"/>
        </a:p>
      </dgm:t>
    </dgm:pt>
    <dgm:pt modelId="{5A5C9B5F-3B1F-4CDD-981E-A5BF6470BF0C}" type="sibTrans" cxnId="{D0676B2A-6056-4CC4-BE62-57FFB305D606}">
      <dgm:prSet/>
      <dgm:spPr/>
      <dgm:t>
        <a:bodyPr/>
        <a:lstStyle/>
        <a:p>
          <a:endParaRPr lang="en-US"/>
        </a:p>
      </dgm:t>
    </dgm:pt>
    <dgm:pt modelId="{005A2BE8-24CE-4480-886A-BEA1E188F5E7}">
      <dgm:prSet/>
      <dgm:spPr/>
      <dgm:t>
        <a:bodyPr/>
        <a:lstStyle/>
        <a:p>
          <a:r>
            <a:rPr lang="en-US"/>
            <a:t>Overview + Details</a:t>
          </a:r>
        </a:p>
      </dgm:t>
    </dgm:pt>
    <dgm:pt modelId="{C3FD720F-EDCD-4B40-AEAD-5A7EBBA4FB59}" type="parTrans" cxnId="{27220B33-F38A-43C8-95F7-67F30E43FA16}">
      <dgm:prSet/>
      <dgm:spPr/>
      <dgm:t>
        <a:bodyPr/>
        <a:lstStyle/>
        <a:p>
          <a:endParaRPr lang="en-US"/>
        </a:p>
      </dgm:t>
    </dgm:pt>
    <dgm:pt modelId="{2B718FCA-C0E9-462F-AE1F-42CEFDD9EB12}" type="sibTrans" cxnId="{27220B33-F38A-43C8-95F7-67F30E43FA16}">
      <dgm:prSet/>
      <dgm:spPr/>
      <dgm:t>
        <a:bodyPr/>
        <a:lstStyle/>
        <a:p>
          <a:endParaRPr lang="en-US"/>
        </a:p>
      </dgm:t>
    </dgm:pt>
    <dgm:pt modelId="{E5FA7706-582D-416D-99AB-BA72481924D2}">
      <dgm:prSet/>
      <dgm:spPr/>
      <dgm:t>
        <a:bodyPr/>
        <a:lstStyle/>
        <a:p>
          <a:r>
            <a:rPr lang="en-US"/>
            <a:t>Overview: Tous Genre × Région, Carte monde</a:t>
          </a:r>
        </a:p>
      </dgm:t>
    </dgm:pt>
    <dgm:pt modelId="{84C7F8F6-C81B-44C9-8AE0-563ECA3B602A}" type="parTrans" cxnId="{FFFE607E-B794-4724-82F2-51A9304DAF81}">
      <dgm:prSet/>
      <dgm:spPr/>
      <dgm:t>
        <a:bodyPr/>
        <a:lstStyle/>
        <a:p>
          <a:endParaRPr lang="en-US"/>
        </a:p>
      </dgm:t>
    </dgm:pt>
    <dgm:pt modelId="{1E0EFD17-1050-4A79-A246-B80F9B8F9F39}" type="sibTrans" cxnId="{FFFE607E-B794-4724-82F2-51A9304DAF81}">
      <dgm:prSet/>
      <dgm:spPr/>
      <dgm:t>
        <a:bodyPr/>
        <a:lstStyle/>
        <a:p>
          <a:endParaRPr lang="en-US"/>
        </a:p>
      </dgm:t>
    </dgm:pt>
    <dgm:pt modelId="{5AB9E067-35B7-408A-93EB-56064F7C8A54}">
      <dgm:prSet/>
      <dgm:spPr/>
      <dgm:t>
        <a:bodyPr/>
        <a:lstStyle/>
        <a:p>
          <a:r>
            <a:rPr lang="en-US"/>
            <a:t>Details: Click → Panel avec liste, Tri/filtrage</a:t>
          </a:r>
        </a:p>
      </dgm:t>
    </dgm:pt>
    <dgm:pt modelId="{E16B132F-0626-4E53-B503-8D97E354C880}" type="parTrans" cxnId="{CC9BB319-487E-4F8E-B839-A9060B581BDE}">
      <dgm:prSet/>
      <dgm:spPr/>
      <dgm:t>
        <a:bodyPr/>
        <a:lstStyle/>
        <a:p>
          <a:endParaRPr lang="en-US"/>
        </a:p>
      </dgm:t>
    </dgm:pt>
    <dgm:pt modelId="{3791E81A-6091-4AE9-AEBA-8B2DC8D1E794}" type="sibTrans" cxnId="{CC9BB319-487E-4F8E-B839-A9060B581BDE}">
      <dgm:prSet/>
      <dgm:spPr/>
      <dgm:t>
        <a:bodyPr/>
        <a:lstStyle/>
        <a:p>
          <a:endParaRPr lang="en-US"/>
        </a:p>
      </dgm:t>
    </dgm:pt>
    <dgm:pt modelId="{739CF91C-3615-405E-9474-208CB5499AB4}">
      <dgm:prSet/>
      <dgm:spPr/>
      <dgm:t>
        <a:bodyPr/>
        <a:lstStyle/>
        <a:p>
          <a:r>
            <a:rPr lang="en-US"/>
            <a:t>Interactions: 🔄 Compare | 🔢 Tri | 💾 Export SVG</a:t>
          </a:r>
        </a:p>
      </dgm:t>
    </dgm:pt>
    <dgm:pt modelId="{F379F8A3-4F56-4118-A68B-4E2B4FF2FF76}" type="parTrans" cxnId="{9A49BA40-E5FD-4DD1-B6A7-C65B1FC6F5ED}">
      <dgm:prSet/>
      <dgm:spPr/>
      <dgm:t>
        <a:bodyPr/>
        <a:lstStyle/>
        <a:p>
          <a:endParaRPr lang="en-US"/>
        </a:p>
      </dgm:t>
    </dgm:pt>
    <dgm:pt modelId="{E0480FAD-EDA5-4C4A-BE4F-916103006F1C}" type="sibTrans" cxnId="{9A49BA40-E5FD-4DD1-B6A7-C65B1FC6F5ED}">
      <dgm:prSet/>
      <dgm:spPr/>
      <dgm:t>
        <a:bodyPr/>
        <a:lstStyle/>
        <a:p>
          <a:endParaRPr lang="en-US"/>
        </a:p>
      </dgm:t>
    </dgm:pt>
    <dgm:pt modelId="{93B6E306-F687-4CCF-A793-0EAEA8716790}" type="pres">
      <dgm:prSet presAssocID="{270F79DF-6D27-48E6-A679-7C2CC0B1E31E}" presName="linear" presStyleCnt="0">
        <dgm:presLayoutVars>
          <dgm:dir/>
          <dgm:animLvl val="lvl"/>
          <dgm:resizeHandles val="exact"/>
        </dgm:presLayoutVars>
      </dgm:prSet>
      <dgm:spPr/>
    </dgm:pt>
    <dgm:pt modelId="{DE3A5C99-817B-4AEA-817C-DA3B85C5A386}" type="pres">
      <dgm:prSet presAssocID="{6B4D987D-69BF-4679-B342-45166F640A7F}" presName="parentLin" presStyleCnt="0"/>
      <dgm:spPr/>
    </dgm:pt>
    <dgm:pt modelId="{D8741453-07AA-4EC1-B75B-09C6F664C9C3}" type="pres">
      <dgm:prSet presAssocID="{6B4D987D-69BF-4679-B342-45166F640A7F}" presName="parentLeftMargin" presStyleLbl="node1" presStyleIdx="0" presStyleCnt="2"/>
      <dgm:spPr/>
    </dgm:pt>
    <dgm:pt modelId="{943C28C2-3FD0-46C4-B700-35BAD6A2EDA2}" type="pres">
      <dgm:prSet presAssocID="{6B4D987D-69BF-4679-B342-45166F640A7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7794D0B-6C5B-43E1-917C-24A2916E358A}" type="pres">
      <dgm:prSet presAssocID="{6B4D987D-69BF-4679-B342-45166F640A7F}" presName="negativeSpace" presStyleCnt="0"/>
      <dgm:spPr/>
    </dgm:pt>
    <dgm:pt modelId="{079F5F46-F821-457A-B532-C558D29E41CC}" type="pres">
      <dgm:prSet presAssocID="{6B4D987D-69BF-4679-B342-45166F640A7F}" presName="childText" presStyleLbl="conFgAcc1" presStyleIdx="0" presStyleCnt="2">
        <dgm:presLayoutVars>
          <dgm:bulletEnabled val="1"/>
        </dgm:presLayoutVars>
      </dgm:prSet>
      <dgm:spPr/>
    </dgm:pt>
    <dgm:pt modelId="{118B73D6-E527-4C12-92C0-368952B39C1E}" type="pres">
      <dgm:prSet presAssocID="{F3527096-1B7E-44C0-ACD6-4D32631BC72F}" presName="spaceBetweenRectangles" presStyleCnt="0"/>
      <dgm:spPr/>
    </dgm:pt>
    <dgm:pt modelId="{70760D38-8145-45A4-8874-0D6289C24457}" type="pres">
      <dgm:prSet presAssocID="{005A2BE8-24CE-4480-886A-BEA1E188F5E7}" presName="parentLin" presStyleCnt="0"/>
      <dgm:spPr/>
    </dgm:pt>
    <dgm:pt modelId="{35769062-C888-4F2B-AD20-DC7AA85FCC22}" type="pres">
      <dgm:prSet presAssocID="{005A2BE8-24CE-4480-886A-BEA1E188F5E7}" presName="parentLeftMargin" presStyleLbl="node1" presStyleIdx="0" presStyleCnt="2"/>
      <dgm:spPr/>
    </dgm:pt>
    <dgm:pt modelId="{7327F407-0EF3-4F44-BE3F-45145B01CC77}" type="pres">
      <dgm:prSet presAssocID="{005A2BE8-24CE-4480-886A-BEA1E188F5E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61E50A6-BF90-47A1-977D-2C596EE6B189}" type="pres">
      <dgm:prSet presAssocID="{005A2BE8-24CE-4480-886A-BEA1E188F5E7}" presName="negativeSpace" presStyleCnt="0"/>
      <dgm:spPr/>
    </dgm:pt>
    <dgm:pt modelId="{9A0E43E3-09C6-479A-8E6D-FEB4354501CA}" type="pres">
      <dgm:prSet presAssocID="{005A2BE8-24CE-4480-886A-BEA1E188F5E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C9BB319-487E-4F8E-B839-A9060B581BDE}" srcId="{005A2BE8-24CE-4480-886A-BEA1E188F5E7}" destId="{5AB9E067-35B7-408A-93EB-56064F7C8A54}" srcOrd="1" destOrd="0" parTransId="{E16B132F-0626-4E53-B503-8D97E354C880}" sibTransId="{3791E81A-6091-4AE9-AEBA-8B2DC8D1E794}"/>
    <dgm:cxn modelId="{57DB8E28-2B54-4561-AFF9-911CC75D63C5}" type="presOf" srcId="{D294B90F-9060-4576-A4FE-14593FCDAE7B}" destId="{079F5F46-F821-457A-B532-C558D29E41CC}" srcOrd="0" destOrd="0" presId="urn:microsoft.com/office/officeart/2005/8/layout/list1"/>
    <dgm:cxn modelId="{D0676B2A-6056-4CC4-BE62-57FFB305D606}" srcId="{6B4D987D-69BF-4679-B342-45166F640A7F}" destId="{A06F83E5-E836-4A51-AEF4-BDE1F3C8D30A}" srcOrd="3" destOrd="0" parTransId="{69CCB80F-32CE-4801-881D-75FF5E071630}" sibTransId="{5A5C9B5F-3B1F-4CDD-981E-A5BF6470BF0C}"/>
    <dgm:cxn modelId="{27220B33-F38A-43C8-95F7-67F30E43FA16}" srcId="{270F79DF-6D27-48E6-A679-7C2CC0B1E31E}" destId="{005A2BE8-24CE-4480-886A-BEA1E188F5E7}" srcOrd="1" destOrd="0" parTransId="{C3FD720F-EDCD-4B40-AEAD-5A7EBBA4FB59}" sibTransId="{2B718FCA-C0E9-462F-AE1F-42CEFDD9EB12}"/>
    <dgm:cxn modelId="{65F8C73A-EADD-46C8-A522-C25DCDD80B94}" srcId="{6B4D987D-69BF-4679-B342-45166F640A7F}" destId="{D294B90F-9060-4576-A4FE-14593FCDAE7B}" srcOrd="0" destOrd="0" parTransId="{7AF80B44-2CBF-4640-87F7-072A592993E7}" sibTransId="{F91B2629-9466-4EE2-A85F-76BEBFC13BD3}"/>
    <dgm:cxn modelId="{88EF7140-8A1A-4653-8622-DA5FEC000366}" type="presOf" srcId="{6D330B39-AD8F-46EC-B256-42EDEBF7373C}" destId="{079F5F46-F821-457A-B532-C558D29E41CC}" srcOrd="0" destOrd="1" presId="urn:microsoft.com/office/officeart/2005/8/layout/list1"/>
    <dgm:cxn modelId="{9A49BA40-E5FD-4DD1-B6A7-C65B1FC6F5ED}" srcId="{005A2BE8-24CE-4480-886A-BEA1E188F5E7}" destId="{739CF91C-3615-405E-9474-208CB5499AB4}" srcOrd="2" destOrd="0" parTransId="{F379F8A3-4F56-4118-A68B-4E2B4FF2FF76}" sibTransId="{E0480FAD-EDA5-4C4A-BE4F-916103006F1C}"/>
    <dgm:cxn modelId="{3EF5FF67-03BC-4468-9463-808E0DA01BA7}" type="presOf" srcId="{739CF91C-3615-405E-9474-208CB5499AB4}" destId="{9A0E43E3-09C6-479A-8E6D-FEB4354501CA}" srcOrd="0" destOrd="2" presId="urn:microsoft.com/office/officeart/2005/8/layout/list1"/>
    <dgm:cxn modelId="{422A1E6F-CF10-42F3-9349-700ED543475E}" srcId="{6B4D987D-69BF-4679-B342-45166F640A7F}" destId="{6249AA03-73B2-4BEB-8060-47D6EB56D7A7}" srcOrd="2" destOrd="0" parTransId="{D07E2905-3C09-40EE-B443-75414F24ADE8}" sibTransId="{D3A23E35-D16C-4A16-8C47-6680AE8D818F}"/>
    <dgm:cxn modelId="{BB567D4F-E5F7-4AB1-BE33-0350A0E0CBC7}" type="presOf" srcId="{6249AA03-73B2-4BEB-8060-47D6EB56D7A7}" destId="{079F5F46-F821-457A-B532-C558D29E41CC}" srcOrd="0" destOrd="2" presId="urn:microsoft.com/office/officeart/2005/8/layout/list1"/>
    <dgm:cxn modelId="{4007097D-C72A-4215-B6E5-54A7ABA5F995}" type="presOf" srcId="{6B4D987D-69BF-4679-B342-45166F640A7F}" destId="{943C28C2-3FD0-46C4-B700-35BAD6A2EDA2}" srcOrd="1" destOrd="0" presId="urn:microsoft.com/office/officeart/2005/8/layout/list1"/>
    <dgm:cxn modelId="{FFFE607E-B794-4724-82F2-51A9304DAF81}" srcId="{005A2BE8-24CE-4480-886A-BEA1E188F5E7}" destId="{E5FA7706-582D-416D-99AB-BA72481924D2}" srcOrd="0" destOrd="0" parTransId="{84C7F8F6-C81B-44C9-8AE0-563ECA3B602A}" sibTransId="{1E0EFD17-1050-4A79-A246-B80F9B8F9F39}"/>
    <dgm:cxn modelId="{1336E58D-F9C8-40C4-9749-BA1BFCB7560A}" type="presOf" srcId="{270F79DF-6D27-48E6-A679-7C2CC0B1E31E}" destId="{93B6E306-F687-4CCF-A793-0EAEA8716790}" srcOrd="0" destOrd="0" presId="urn:microsoft.com/office/officeart/2005/8/layout/list1"/>
    <dgm:cxn modelId="{00459795-84C1-4ADF-A4F2-F3A559510412}" srcId="{6B4D987D-69BF-4679-B342-45166F640A7F}" destId="{6D330B39-AD8F-46EC-B256-42EDEBF7373C}" srcOrd="1" destOrd="0" parTransId="{FCC75F15-3B04-4846-9866-2B4117AE475C}" sibTransId="{23EE5DDC-FED0-4359-ADF1-E61A4391E726}"/>
    <dgm:cxn modelId="{648CCF99-9A2B-4350-89CA-0A7D00C005F2}" type="presOf" srcId="{5AB9E067-35B7-408A-93EB-56064F7C8A54}" destId="{9A0E43E3-09C6-479A-8E6D-FEB4354501CA}" srcOrd="0" destOrd="1" presId="urn:microsoft.com/office/officeart/2005/8/layout/list1"/>
    <dgm:cxn modelId="{98BB3DA8-B8EE-4CC7-AC49-F8E2BA392672}" type="presOf" srcId="{6B4D987D-69BF-4679-B342-45166F640A7F}" destId="{D8741453-07AA-4EC1-B75B-09C6F664C9C3}" srcOrd="0" destOrd="0" presId="urn:microsoft.com/office/officeart/2005/8/layout/list1"/>
    <dgm:cxn modelId="{AAE8D5B1-C746-4ED9-B442-5DF3D644423E}" type="presOf" srcId="{005A2BE8-24CE-4480-886A-BEA1E188F5E7}" destId="{35769062-C888-4F2B-AD20-DC7AA85FCC22}" srcOrd="0" destOrd="0" presId="urn:microsoft.com/office/officeart/2005/8/layout/list1"/>
    <dgm:cxn modelId="{448757E4-AE0D-4FD1-B741-43BD866A0F57}" type="presOf" srcId="{A06F83E5-E836-4A51-AEF4-BDE1F3C8D30A}" destId="{079F5F46-F821-457A-B532-C558D29E41CC}" srcOrd="0" destOrd="3" presId="urn:microsoft.com/office/officeart/2005/8/layout/list1"/>
    <dgm:cxn modelId="{C2DFF1EB-8579-400D-876A-B5D2728C11F6}" srcId="{270F79DF-6D27-48E6-A679-7C2CC0B1E31E}" destId="{6B4D987D-69BF-4679-B342-45166F640A7F}" srcOrd="0" destOrd="0" parTransId="{E26E12C9-085E-4A56-BDFD-02637CE378A4}" sibTransId="{F3527096-1B7E-44C0-ACD6-4D32631BC72F}"/>
    <dgm:cxn modelId="{7A05B0EF-477D-4438-B6CB-E8EC0FD81B8F}" type="presOf" srcId="{005A2BE8-24CE-4480-886A-BEA1E188F5E7}" destId="{7327F407-0EF3-4F44-BE3F-45145B01CC77}" srcOrd="1" destOrd="0" presId="urn:microsoft.com/office/officeart/2005/8/layout/list1"/>
    <dgm:cxn modelId="{122FE8F9-8D5E-4CCA-9146-54A2404B8DE4}" type="presOf" srcId="{E5FA7706-582D-416D-99AB-BA72481924D2}" destId="{9A0E43E3-09C6-479A-8E6D-FEB4354501CA}" srcOrd="0" destOrd="0" presId="urn:microsoft.com/office/officeart/2005/8/layout/list1"/>
    <dgm:cxn modelId="{13C11686-3569-4DC9-B76A-97C9270D9403}" type="presParOf" srcId="{93B6E306-F687-4CCF-A793-0EAEA8716790}" destId="{DE3A5C99-817B-4AEA-817C-DA3B85C5A386}" srcOrd="0" destOrd="0" presId="urn:microsoft.com/office/officeart/2005/8/layout/list1"/>
    <dgm:cxn modelId="{58F5C438-C6B0-4D44-814D-F6B1DB73971A}" type="presParOf" srcId="{DE3A5C99-817B-4AEA-817C-DA3B85C5A386}" destId="{D8741453-07AA-4EC1-B75B-09C6F664C9C3}" srcOrd="0" destOrd="0" presId="urn:microsoft.com/office/officeart/2005/8/layout/list1"/>
    <dgm:cxn modelId="{1915C14B-A57F-4F95-9C0D-8BA406B82004}" type="presParOf" srcId="{DE3A5C99-817B-4AEA-817C-DA3B85C5A386}" destId="{943C28C2-3FD0-46C4-B700-35BAD6A2EDA2}" srcOrd="1" destOrd="0" presId="urn:microsoft.com/office/officeart/2005/8/layout/list1"/>
    <dgm:cxn modelId="{12BB49BE-F9F7-44C8-B8FC-54DA5DC69051}" type="presParOf" srcId="{93B6E306-F687-4CCF-A793-0EAEA8716790}" destId="{67794D0B-6C5B-43E1-917C-24A2916E358A}" srcOrd="1" destOrd="0" presId="urn:microsoft.com/office/officeart/2005/8/layout/list1"/>
    <dgm:cxn modelId="{A66CBF3B-5E06-4B44-AA0D-84D0B3CE785D}" type="presParOf" srcId="{93B6E306-F687-4CCF-A793-0EAEA8716790}" destId="{079F5F46-F821-457A-B532-C558D29E41CC}" srcOrd="2" destOrd="0" presId="urn:microsoft.com/office/officeart/2005/8/layout/list1"/>
    <dgm:cxn modelId="{1BF67818-7292-4613-B6C0-C95317E9F8A7}" type="presParOf" srcId="{93B6E306-F687-4CCF-A793-0EAEA8716790}" destId="{118B73D6-E527-4C12-92C0-368952B39C1E}" srcOrd="3" destOrd="0" presId="urn:microsoft.com/office/officeart/2005/8/layout/list1"/>
    <dgm:cxn modelId="{DEF1EE29-184C-4F9B-9227-4680D357D2E2}" type="presParOf" srcId="{93B6E306-F687-4CCF-A793-0EAEA8716790}" destId="{70760D38-8145-45A4-8874-0D6289C24457}" srcOrd="4" destOrd="0" presId="urn:microsoft.com/office/officeart/2005/8/layout/list1"/>
    <dgm:cxn modelId="{A0105CFE-6A68-405B-B035-B86614A99315}" type="presParOf" srcId="{70760D38-8145-45A4-8874-0D6289C24457}" destId="{35769062-C888-4F2B-AD20-DC7AA85FCC22}" srcOrd="0" destOrd="0" presId="urn:microsoft.com/office/officeart/2005/8/layout/list1"/>
    <dgm:cxn modelId="{CA7F62A7-7451-403E-B3D3-28BF1905EB12}" type="presParOf" srcId="{70760D38-8145-45A4-8874-0D6289C24457}" destId="{7327F407-0EF3-4F44-BE3F-45145B01CC77}" srcOrd="1" destOrd="0" presId="urn:microsoft.com/office/officeart/2005/8/layout/list1"/>
    <dgm:cxn modelId="{3FB3851A-87C7-461F-AB2D-48BCDE8F5089}" type="presParOf" srcId="{93B6E306-F687-4CCF-A793-0EAEA8716790}" destId="{C61E50A6-BF90-47A1-977D-2C596EE6B189}" srcOrd="5" destOrd="0" presId="urn:microsoft.com/office/officeart/2005/8/layout/list1"/>
    <dgm:cxn modelId="{0D060513-FA94-4D14-BCE1-FD8A14B1F25E}" type="presParOf" srcId="{93B6E306-F687-4CCF-A793-0EAEA8716790}" destId="{9A0E43E3-09C6-479A-8E6D-FEB4354501C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DD4B5FA-67BE-4C8C-B567-70E90795B6EA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E33A1C6-7423-43AA-A081-9C4F2C0D1121}">
      <dgm:prSet/>
      <dgm:spPr/>
      <dgm:t>
        <a:bodyPr/>
        <a:lstStyle/>
        <a:p>
          <a:r>
            <a:rPr lang="en-US"/>
            <a:t>Encodage Visuel</a:t>
          </a:r>
        </a:p>
      </dgm:t>
    </dgm:pt>
    <dgm:pt modelId="{1B6E5BD3-019F-46D3-9416-5DA2540FCF9A}" type="parTrans" cxnId="{F249ADC9-940C-46BD-A6FB-A34C4D9AD013}">
      <dgm:prSet/>
      <dgm:spPr/>
      <dgm:t>
        <a:bodyPr/>
        <a:lstStyle/>
        <a:p>
          <a:endParaRPr lang="en-US"/>
        </a:p>
      </dgm:t>
    </dgm:pt>
    <dgm:pt modelId="{C5438184-5A05-437B-8377-FF2B6B5019DB}" type="sibTrans" cxnId="{F249ADC9-940C-46BD-A6FB-A34C4D9AD013}">
      <dgm:prSet/>
      <dgm:spPr/>
      <dgm:t>
        <a:bodyPr/>
        <a:lstStyle/>
        <a:p>
          <a:endParaRPr lang="en-US"/>
        </a:p>
      </dgm:t>
    </dgm:pt>
    <dgm:pt modelId="{37CE1D9D-6AFE-46E0-B9AB-77F37EBAA295}">
      <dgm:prSet/>
      <dgm:spPr/>
      <dgm:t>
        <a:bodyPr/>
        <a:lstStyle/>
        <a:p>
          <a:r>
            <a:rPr lang="en-US"/>
            <a:t>Angle: Proportion dans catégorie</a:t>
          </a:r>
        </a:p>
      </dgm:t>
    </dgm:pt>
    <dgm:pt modelId="{739138CC-36AF-4367-BF55-55EC0412D660}" type="parTrans" cxnId="{E048788A-F9F0-42BD-BB1D-DEEE7CCBC195}">
      <dgm:prSet/>
      <dgm:spPr/>
      <dgm:t>
        <a:bodyPr/>
        <a:lstStyle/>
        <a:p>
          <a:endParaRPr lang="en-US"/>
        </a:p>
      </dgm:t>
    </dgm:pt>
    <dgm:pt modelId="{59BF569E-BAD4-4B01-B08E-EEFED164A769}" type="sibTrans" cxnId="{E048788A-F9F0-42BD-BB1D-DEEE7CCBC195}">
      <dgm:prSet/>
      <dgm:spPr/>
      <dgm:t>
        <a:bodyPr/>
        <a:lstStyle/>
        <a:p>
          <a:endParaRPr lang="en-US"/>
        </a:p>
      </dgm:t>
    </dgm:pt>
    <dgm:pt modelId="{AD2CA801-67D0-4E98-A3FC-D4FEADD902E2}">
      <dgm:prSet/>
      <dgm:spPr/>
      <dgm:t>
        <a:bodyPr/>
        <a:lstStyle/>
        <a:p>
          <a:r>
            <a:rPr lang="en-US"/>
            <a:t>Rayon: Niveau hiérarchique (3 niveaux)</a:t>
          </a:r>
        </a:p>
      </dgm:t>
    </dgm:pt>
    <dgm:pt modelId="{795A51A5-DDB7-4A31-BDA2-D549C3A0A8A0}" type="parTrans" cxnId="{86E18270-32B8-406E-B91D-582A7BF2DFCA}">
      <dgm:prSet/>
      <dgm:spPr/>
      <dgm:t>
        <a:bodyPr/>
        <a:lstStyle/>
        <a:p>
          <a:endParaRPr lang="en-US"/>
        </a:p>
      </dgm:t>
    </dgm:pt>
    <dgm:pt modelId="{29938D22-5560-4F1E-9465-8315044DFC5B}" type="sibTrans" cxnId="{86E18270-32B8-406E-B91D-582A7BF2DFCA}">
      <dgm:prSet/>
      <dgm:spPr/>
      <dgm:t>
        <a:bodyPr/>
        <a:lstStyle/>
        <a:p>
          <a:endParaRPr lang="en-US"/>
        </a:p>
      </dgm:t>
    </dgm:pt>
    <dgm:pt modelId="{DBED75B3-8894-4ABD-A5E9-BB23289F17A7}">
      <dgm:prSet/>
      <dgm:spPr/>
      <dgm:t>
        <a:bodyPr/>
        <a:lstStyle/>
        <a:p>
          <a:r>
            <a:rPr lang="en-US"/>
            <a:t>Couleur: Gradient par niveau</a:t>
          </a:r>
        </a:p>
      </dgm:t>
    </dgm:pt>
    <dgm:pt modelId="{2351DBE4-8CF6-411A-9B83-188EB4949045}" type="parTrans" cxnId="{599722B9-65CC-43FC-A0CC-D35A7C9BF313}">
      <dgm:prSet/>
      <dgm:spPr/>
      <dgm:t>
        <a:bodyPr/>
        <a:lstStyle/>
        <a:p>
          <a:endParaRPr lang="en-US"/>
        </a:p>
      </dgm:t>
    </dgm:pt>
    <dgm:pt modelId="{AD06A69B-A706-4721-82CE-C6C13072D77B}" type="sibTrans" cxnId="{599722B9-65CC-43FC-A0CC-D35A7C9BF313}">
      <dgm:prSet/>
      <dgm:spPr/>
      <dgm:t>
        <a:bodyPr/>
        <a:lstStyle/>
        <a:p>
          <a:endParaRPr lang="en-US"/>
        </a:p>
      </dgm:t>
    </dgm:pt>
    <dgm:pt modelId="{63CE8B9B-2BD0-4DE1-89B5-5B61535F9055}">
      <dgm:prSet/>
      <dgm:spPr/>
      <dgm:t>
        <a:bodyPr/>
        <a:lstStyle/>
        <a:p>
          <a:r>
            <a:rPr lang="en-US"/>
            <a:t>Hiérarchie: Type → Certification → Genre</a:t>
          </a:r>
        </a:p>
      </dgm:t>
    </dgm:pt>
    <dgm:pt modelId="{67C44CDB-7FFE-4505-B175-ECA675113548}" type="parTrans" cxnId="{3EE5F70E-7367-44B3-B444-A78A0B64A3F1}">
      <dgm:prSet/>
      <dgm:spPr/>
      <dgm:t>
        <a:bodyPr/>
        <a:lstStyle/>
        <a:p>
          <a:endParaRPr lang="en-US"/>
        </a:p>
      </dgm:t>
    </dgm:pt>
    <dgm:pt modelId="{09E56D86-139C-4416-9ACF-824CBCB50AC1}" type="sibTrans" cxnId="{3EE5F70E-7367-44B3-B444-A78A0B64A3F1}">
      <dgm:prSet/>
      <dgm:spPr/>
      <dgm:t>
        <a:bodyPr/>
        <a:lstStyle/>
        <a:p>
          <a:endParaRPr lang="en-US"/>
        </a:p>
      </dgm:t>
    </dgm:pt>
    <dgm:pt modelId="{F02F1E8A-25A0-4D06-9C1E-EA351EDA8DF5}">
      <dgm:prSet/>
      <dgm:spPr/>
      <dgm:t>
        <a:bodyPr/>
        <a:lstStyle/>
        <a:p>
          <a:r>
            <a:rPr lang="en-US"/>
            <a:t>Overview + Details</a:t>
          </a:r>
        </a:p>
      </dgm:t>
    </dgm:pt>
    <dgm:pt modelId="{F4A5C285-A7F0-444D-8E88-08D57B6766D1}" type="parTrans" cxnId="{0CEB58D2-6FC0-48E4-8EDB-CBCAB43D9EAB}">
      <dgm:prSet/>
      <dgm:spPr/>
      <dgm:t>
        <a:bodyPr/>
        <a:lstStyle/>
        <a:p>
          <a:endParaRPr lang="en-US"/>
        </a:p>
      </dgm:t>
    </dgm:pt>
    <dgm:pt modelId="{7E0E367D-E1D2-43A0-9560-86CD1428ADC0}" type="sibTrans" cxnId="{0CEB58D2-6FC0-48E4-8EDB-CBCAB43D9EAB}">
      <dgm:prSet/>
      <dgm:spPr/>
      <dgm:t>
        <a:bodyPr/>
        <a:lstStyle/>
        <a:p>
          <a:endParaRPr lang="en-US"/>
        </a:p>
      </dgm:t>
    </dgm:pt>
    <dgm:pt modelId="{486F9BAD-07FC-4400-BBFC-1F0559584CDA}">
      <dgm:prSet/>
      <dgm:spPr/>
      <dgm:t>
        <a:bodyPr/>
        <a:lstStyle/>
        <a:p>
          <a:r>
            <a:rPr lang="en-US"/>
            <a:t>Overview: 3 niveaux complets, Architecture globale</a:t>
          </a:r>
        </a:p>
      </dgm:t>
    </dgm:pt>
    <dgm:pt modelId="{9D501052-1E27-4C1D-BCCC-0C822EAF169A}" type="parTrans" cxnId="{EBAC6C54-8C3A-4BA9-8E96-2206B35A76AE}">
      <dgm:prSet/>
      <dgm:spPr/>
      <dgm:t>
        <a:bodyPr/>
        <a:lstStyle/>
        <a:p>
          <a:endParaRPr lang="en-US"/>
        </a:p>
      </dgm:t>
    </dgm:pt>
    <dgm:pt modelId="{1C851865-934B-4038-AF0F-6775B4A210B3}" type="sibTrans" cxnId="{EBAC6C54-8C3A-4BA9-8E96-2206B35A76AE}">
      <dgm:prSet/>
      <dgm:spPr/>
      <dgm:t>
        <a:bodyPr/>
        <a:lstStyle/>
        <a:p>
          <a:endParaRPr lang="en-US"/>
        </a:p>
      </dgm:t>
    </dgm:pt>
    <dgm:pt modelId="{FFC3F5F2-7FAE-476E-A689-4794792777F0}">
      <dgm:prSet/>
      <dgm:spPr/>
      <dgm:t>
        <a:bodyPr/>
        <a:lstStyle/>
        <a:p>
          <a:r>
            <a:rPr lang="en-US"/>
            <a:t>Details: Click → Zoom, Panel → Liste films</a:t>
          </a:r>
        </a:p>
      </dgm:t>
    </dgm:pt>
    <dgm:pt modelId="{ED1D672A-913E-4090-921A-C70AFD689C53}" type="parTrans" cxnId="{78B0A070-7260-4A10-BF5F-A1E903651B5B}">
      <dgm:prSet/>
      <dgm:spPr/>
      <dgm:t>
        <a:bodyPr/>
        <a:lstStyle/>
        <a:p>
          <a:endParaRPr lang="en-US"/>
        </a:p>
      </dgm:t>
    </dgm:pt>
    <dgm:pt modelId="{57B38575-4C9B-433F-AD7D-4C78CBFB0208}" type="sibTrans" cxnId="{78B0A070-7260-4A10-BF5F-A1E903651B5B}">
      <dgm:prSet/>
      <dgm:spPr/>
      <dgm:t>
        <a:bodyPr/>
        <a:lstStyle/>
        <a:p>
          <a:endParaRPr lang="en-US"/>
        </a:p>
      </dgm:t>
    </dgm:pt>
    <dgm:pt modelId="{CA80E134-F66B-47BC-A1DA-FF9C08A1739C}">
      <dgm:prSet/>
      <dgm:spPr/>
      <dgm:t>
        <a:bodyPr/>
        <a:lstStyle/>
        <a:p>
          <a:r>
            <a:rPr lang="en-US"/>
            <a:t>Interactions: 🖱️ Zoom | ↩️ Back | 📋 Panel | 🔍 Tri</a:t>
          </a:r>
        </a:p>
      </dgm:t>
    </dgm:pt>
    <dgm:pt modelId="{C9F2BD13-0B3B-4004-AC95-0B51E315F9AC}" type="parTrans" cxnId="{A33CB763-BFD6-4132-B0DB-C41A707AC435}">
      <dgm:prSet/>
      <dgm:spPr/>
      <dgm:t>
        <a:bodyPr/>
        <a:lstStyle/>
        <a:p>
          <a:endParaRPr lang="en-US"/>
        </a:p>
      </dgm:t>
    </dgm:pt>
    <dgm:pt modelId="{5DB859C0-7638-43DD-98C5-84033AB4D100}" type="sibTrans" cxnId="{A33CB763-BFD6-4132-B0DB-C41A707AC435}">
      <dgm:prSet/>
      <dgm:spPr/>
      <dgm:t>
        <a:bodyPr/>
        <a:lstStyle/>
        <a:p>
          <a:endParaRPr lang="en-US"/>
        </a:p>
      </dgm:t>
    </dgm:pt>
    <dgm:pt modelId="{44DE99B1-1E15-4453-BCC5-CAD120F557E8}" type="pres">
      <dgm:prSet presAssocID="{2DD4B5FA-67BE-4C8C-B567-70E90795B6EA}" presName="linear" presStyleCnt="0">
        <dgm:presLayoutVars>
          <dgm:dir/>
          <dgm:animLvl val="lvl"/>
          <dgm:resizeHandles val="exact"/>
        </dgm:presLayoutVars>
      </dgm:prSet>
      <dgm:spPr/>
    </dgm:pt>
    <dgm:pt modelId="{B45F4EB9-300E-499D-BAFC-E277123EEDEC}" type="pres">
      <dgm:prSet presAssocID="{7E33A1C6-7423-43AA-A081-9C4F2C0D1121}" presName="parentLin" presStyleCnt="0"/>
      <dgm:spPr/>
    </dgm:pt>
    <dgm:pt modelId="{B3AC2DD7-1A5B-45B9-924D-F2D3284D641D}" type="pres">
      <dgm:prSet presAssocID="{7E33A1C6-7423-43AA-A081-9C4F2C0D1121}" presName="parentLeftMargin" presStyleLbl="node1" presStyleIdx="0" presStyleCnt="2"/>
      <dgm:spPr/>
    </dgm:pt>
    <dgm:pt modelId="{E1DF3519-00F7-43D3-A8D1-7405BEB9BB62}" type="pres">
      <dgm:prSet presAssocID="{7E33A1C6-7423-43AA-A081-9C4F2C0D112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7ECB76F-825F-475E-A383-9C0F55FD4BCF}" type="pres">
      <dgm:prSet presAssocID="{7E33A1C6-7423-43AA-A081-9C4F2C0D1121}" presName="negativeSpace" presStyleCnt="0"/>
      <dgm:spPr/>
    </dgm:pt>
    <dgm:pt modelId="{B6F1C95D-02F9-41E5-ABE4-CBFB35A6A79B}" type="pres">
      <dgm:prSet presAssocID="{7E33A1C6-7423-43AA-A081-9C4F2C0D1121}" presName="childText" presStyleLbl="conFgAcc1" presStyleIdx="0" presStyleCnt="2">
        <dgm:presLayoutVars>
          <dgm:bulletEnabled val="1"/>
        </dgm:presLayoutVars>
      </dgm:prSet>
      <dgm:spPr/>
    </dgm:pt>
    <dgm:pt modelId="{199B742D-5879-4DC2-AAA5-FF8F8163D3BE}" type="pres">
      <dgm:prSet presAssocID="{C5438184-5A05-437B-8377-FF2B6B5019DB}" presName="spaceBetweenRectangles" presStyleCnt="0"/>
      <dgm:spPr/>
    </dgm:pt>
    <dgm:pt modelId="{1E911CD9-C5B4-4907-AAEE-6C5E7341E9FC}" type="pres">
      <dgm:prSet presAssocID="{F02F1E8A-25A0-4D06-9C1E-EA351EDA8DF5}" presName="parentLin" presStyleCnt="0"/>
      <dgm:spPr/>
    </dgm:pt>
    <dgm:pt modelId="{353FFF0E-2F91-4777-9D28-679BC1FC8FC7}" type="pres">
      <dgm:prSet presAssocID="{F02F1E8A-25A0-4D06-9C1E-EA351EDA8DF5}" presName="parentLeftMargin" presStyleLbl="node1" presStyleIdx="0" presStyleCnt="2"/>
      <dgm:spPr/>
    </dgm:pt>
    <dgm:pt modelId="{5F455810-5425-4B32-A2F4-560C41470183}" type="pres">
      <dgm:prSet presAssocID="{F02F1E8A-25A0-4D06-9C1E-EA351EDA8DF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622D00E-BC66-41B9-99A7-C6AD8401858A}" type="pres">
      <dgm:prSet presAssocID="{F02F1E8A-25A0-4D06-9C1E-EA351EDA8DF5}" presName="negativeSpace" presStyleCnt="0"/>
      <dgm:spPr/>
    </dgm:pt>
    <dgm:pt modelId="{31472D67-73AE-41F5-B56D-9B9E4ECD5ED2}" type="pres">
      <dgm:prSet presAssocID="{F02F1E8A-25A0-4D06-9C1E-EA351EDA8DF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0E0E703-B016-47D5-80D6-D3DB2B56F1BD}" type="presOf" srcId="{63CE8B9B-2BD0-4DE1-89B5-5B61535F9055}" destId="{B6F1C95D-02F9-41E5-ABE4-CBFB35A6A79B}" srcOrd="0" destOrd="3" presId="urn:microsoft.com/office/officeart/2005/8/layout/list1"/>
    <dgm:cxn modelId="{DD62BF08-A8EC-45BB-8616-C8EF5C8C26A1}" type="presOf" srcId="{DBED75B3-8894-4ABD-A5E9-BB23289F17A7}" destId="{B6F1C95D-02F9-41E5-ABE4-CBFB35A6A79B}" srcOrd="0" destOrd="2" presId="urn:microsoft.com/office/officeart/2005/8/layout/list1"/>
    <dgm:cxn modelId="{3EE5F70E-7367-44B3-B444-A78A0B64A3F1}" srcId="{7E33A1C6-7423-43AA-A081-9C4F2C0D1121}" destId="{63CE8B9B-2BD0-4DE1-89B5-5B61535F9055}" srcOrd="3" destOrd="0" parTransId="{67C44CDB-7FFE-4505-B175-ECA675113548}" sibTransId="{09E56D86-139C-4416-9ACF-824CBCB50AC1}"/>
    <dgm:cxn modelId="{42F17B10-F49C-4E88-9369-777D5A4FB203}" type="presOf" srcId="{37CE1D9D-6AFE-46E0-B9AB-77F37EBAA295}" destId="{B6F1C95D-02F9-41E5-ABE4-CBFB35A6A79B}" srcOrd="0" destOrd="0" presId="urn:microsoft.com/office/officeart/2005/8/layout/list1"/>
    <dgm:cxn modelId="{6E74301E-B88B-4B71-9B0A-92D60127C012}" type="presOf" srcId="{FFC3F5F2-7FAE-476E-A689-4794792777F0}" destId="{31472D67-73AE-41F5-B56D-9B9E4ECD5ED2}" srcOrd="0" destOrd="1" presId="urn:microsoft.com/office/officeart/2005/8/layout/list1"/>
    <dgm:cxn modelId="{4D5B212A-C0FB-4BD7-9156-DDD482A00F3C}" type="presOf" srcId="{F02F1E8A-25A0-4D06-9C1E-EA351EDA8DF5}" destId="{353FFF0E-2F91-4777-9D28-679BC1FC8FC7}" srcOrd="0" destOrd="0" presId="urn:microsoft.com/office/officeart/2005/8/layout/list1"/>
    <dgm:cxn modelId="{D38BBD38-8DA2-4B08-B35E-B55078108D5D}" type="presOf" srcId="{2DD4B5FA-67BE-4C8C-B567-70E90795B6EA}" destId="{44DE99B1-1E15-4453-BCC5-CAD120F557E8}" srcOrd="0" destOrd="0" presId="urn:microsoft.com/office/officeart/2005/8/layout/list1"/>
    <dgm:cxn modelId="{A33CB763-BFD6-4132-B0DB-C41A707AC435}" srcId="{F02F1E8A-25A0-4D06-9C1E-EA351EDA8DF5}" destId="{CA80E134-F66B-47BC-A1DA-FF9C08A1739C}" srcOrd="2" destOrd="0" parTransId="{C9F2BD13-0B3B-4004-AC95-0B51E315F9AC}" sibTransId="{5DB859C0-7638-43DD-98C5-84033AB4D100}"/>
    <dgm:cxn modelId="{4EDFD468-C457-40C5-BB3D-60143C839A94}" type="presOf" srcId="{486F9BAD-07FC-4400-BBFC-1F0559584CDA}" destId="{31472D67-73AE-41F5-B56D-9B9E4ECD5ED2}" srcOrd="0" destOrd="0" presId="urn:microsoft.com/office/officeart/2005/8/layout/list1"/>
    <dgm:cxn modelId="{86E18270-32B8-406E-B91D-582A7BF2DFCA}" srcId="{7E33A1C6-7423-43AA-A081-9C4F2C0D1121}" destId="{AD2CA801-67D0-4E98-A3FC-D4FEADD902E2}" srcOrd="1" destOrd="0" parTransId="{795A51A5-DDB7-4A31-BDA2-D549C3A0A8A0}" sibTransId="{29938D22-5560-4F1E-9465-8315044DFC5B}"/>
    <dgm:cxn modelId="{78B0A070-7260-4A10-BF5F-A1E903651B5B}" srcId="{F02F1E8A-25A0-4D06-9C1E-EA351EDA8DF5}" destId="{FFC3F5F2-7FAE-476E-A689-4794792777F0}" srcOrd="1" destOrd="0" parTransId="{ED1D672A-913E-4090-921A-C70AFD689C53}" sibTransId="{57B38575-4C9B-433F-AD7D-4C78CBFB0208}"/>
    <dgm:cxn modelId="{DA319572-44C4-4CA2-B418-A2DCC2057B6E}" type="presOf" srcId="{7E33A1C6-7423-43AA-A081-9C4F2C0D1121}" destId="{E1DF3519-00F7-43D3-A8D1-7405BEB9BB62}" srcOrd="1" destOrd="0" presId="urn:microsoft.com/office/officeart/2005/8/layout/list1"/>
    <dgm:cxn modelId="{EBAC6C54-8C3A-4BA9-8E96-2206B35A76AE}" srcId="{F02F1E8A-25A0-4D06-9C1E-EA351EDA8DF5}" destId="{486F9BAD-07FC-4400-BBFC-1F0559584CDA}" srcOrd="0" destOrd="0" parTransId="{9D501052-1E27-4C1D-BCCC-0C822EAF169A}" sibTransId="{1C851865-934B-4038-AF0F-6775B4A210B3}"/>
    <dgm:cxn modelId="{4867E880-CD35-465E-A562-471AC5F11BF3}" type="presOf" srcId="{F02F1E8A-25A0-4D06-9C1E-EA351EDA8DF5}" destId="{5F455810-5425-4B32-A2F4-560C41470183}" srcOrd="1" destOrd="0" presId="urn:microsoft.com/office/officeart/2005/8/layout/list1"/>
    <dgm:cxn modelId="{E048788A-F9F0-42BD-BB1D-DEEE7CCBC195}" srcId="{7E33A1C6-7423-43AA-A081-9C4F2C0D1121}" destId="{37CE1D9D-6AFE-46E0-B9AB-77F37EBAA295}" srcOrd="0" destOrd="0" parTransId="{739138CC-36AF-4367-BF55-55EC0412D660}" sibTransId="{59BF569E-BAD4-4B01-B08E-EEFED164A769}"/>
    <dgm:cxn modelId="{E7E658AA-EF59-4C21-B6D5-AABCF99C4808}" type="presOf" srcId="{CA80E134-F66B-47BC-A1DA-FF9C08A1739C}" destId="{31472D67-73AE-41F5-B56D-9B9E4ECD5ED2}" srcOrd="0" destOrd="2" presId="urn:microsoft.com/office/officeart/2005/8/layout/list1"/>
    <dgm:cxn modelId="{A2279EB7-55C8-4D15-ACD5-6E9CCFF92938}" type="presOf" srcId="{AD2CA801-67D0-4E98-A3FC-D4FEADD902E2}" destId="{B6F1C95D-02F9-41E5-ABE4-CBFB35A6A79B}" srcOrd="0" destOrd="1" presId="urn:microsoft.com/office/officeart/2005/8/layout/list1"/>
    <dgm:cxn modelId="{599722B9-65CC-43FC-A0CC-D35A7C9BF313}" srcId="{7E33A1C6-7423-43AA-A081-9C4F2C0D1121}" destId="{DBED75B3-8894-4ABD-A5E9-BB23289F17A7}" srcOrd="2" destOrd="0" parTransId="{2351DBE4-8CF6-411A-9B83-188EB4949045}" sibTransId="{AD06A69B-A706-4721-82CE-C6C13072D77B}"/>
    <dgm:cxn modelId="{F249ADC9-940C-46BD-A6FB-A34C4D9AD013}" srcId="{2DD4B5FA-67BE-4C8C-B567-70E90795B6EA}" destId="{7E33A1C6-7423-43AA-A081-9C4F2C0D1121}" srcOrd="0" destOrd="0" parTransId="{1B6E5BD3-019F-46D3-9416-5DA2540FCF9A}" sibTransId="{C5438184-5A05-437B-8377-FF2B6B5019DB}"/>
    <dgm:cxn modelId="{0CEB58D2-6FC0-48E4-8EDB-CBCAB43D9EAB}" srcId="{2DD4B5FA-67BE-4C8C-B567-70E90795B6EA}" destId="{F02F1E8A-25A0-4D06-9C1E-EA351EDA8DF5}" srcOrd="1" destOrd="0" parTransId="{F4A5C285-A7F0-444D-8E88-08D57B6766D1}" sibTransId="{7E0E367D-E1D2-43A0-9560-86CD1428ADC0}"/>
    <dgm:cxn modelId="{284449F2-D97A-43B2-9AAE-B033586C899D}" type="presOf" srcId="{7E33A1C6-7423-43AA-A081-9C4F2C0D1121}" destId="{B3AC2DD7-1A5B-45B9-924D-F2D3284D641D}" srcOrd="0" destOrd="0" presId="urn:microsoft.com/office/officeart/2005/8/layout/list1"/>
    <dgm:cxn modelId="{B06590F1-9B33-4C75-AD88-93D7A25FC00A}" type="presParOf" srcId="{44DE99B1-1E15-4453-BCC5-CAD120F557E8}" destId="{B45F4EB9-300E-499D-BAFC-E277123EEDEC}" srcOrd="0" destOrd="0" presId="urn:microsoft.com/office/officeart/2005/8/layout/list1"/>
    <dgm:cxn modelId="{CF482780-9846-42B3-85C1-53254843AE82}" type="presParOf" srcId="{B45F4EB9-300E-499D-BAFC-E277123EEDEC}" destId="{B3AC2DD7-1A5B-45B9-924D-F2D3284D641D}" srcOrd="0" destOrd="0" presId="urn:microsoft.com/office/officeart/2005/8/layout/list1"/>
    <dgm:cxn modelId="{8F4EF60C-82CD-453E-A06E-5D3A197400C3}" type="presParOf" srcId="{B45F4EB9-300E-499D-BAFC-E277123EEDEC}" destId="{E1DF3519-00F7-43D3-A8D1-7405BEB9BB62}" srcOrd="1" destOrd="0" presId="urn:microsoft.com/office/officeart/2005/8/layout/list1"/>
    <dgm:cxn modelId="{64655698-B2C0-4229-95A6-44FA19B970F2}" type="presParOf" srcId="{44DE99B1-1E15-4453-BCC5-CAD120F557E8}" destId="{67ECB76F-825F-475E-A383-9C0F55FD4BCF}" srcOrd="1" destOrd="0" presId="urn:microsoft.com/office/officeart/2005/8/layout/list1"/>
    <dgm:cxn modelId="{A6F1CB59-FE4A-4711-8CC8-4AF0275D92F1}" type="presParOf" srcId="{44DE99B1-1E15-4453-BCC5-CAD120F557E8}" destId="{B6F1C95D-02F9-41E5-ABE4-CBFB35A6A79B}" srcOrd="2" destOrd="0" presId="urn:microsoft.com/office/officeart/2005/8/layout/list1"/>
    <dgm:cxn modelId="{2CDE65B6-75BE-4DAD-8F8B-DF139E187292}" type="presParOf" srcId="{44DE99B1-1E15-4453-BCC5-CAD120F557E8}" destId="{199B742D-5879-4DC2-AAA5-FF8F8163D3BE}" srcOrd="3" destOrd="0" presId="urn:microsoft.com/office/officeart/2005/8/layout/list1"/>
    <dgm:cxn modelId="{C76EEF25-4D6C-407B-A4C1-90768E5924FD}" type="presParOf" srcId="{44DE99B1-1E15-4453-BCC5-CAD120F557E8}" destId="{1E911CD9-C5B4-4907-AAEE-6C5E7341E9FC}" srcOrd="4" destOrd="0" presId="urn:microsoft.com/office/officeart/2005/8/layout/list1"/>
    <dgm:cxn modelId="{FDCCB7CF-4AD5-423D-A8EF-E58530D63D8E}" type="presParOf" srcId="{1E911CD9-C5B4-4907-AAEE-6C5E7341E9FC}" destId="{353FFF0E-2F91-4777-9D28-679BC1FC8FC7}" srcOrd="0" destOrd="0" presId="urn:microsoft.com/office/officeart/2005/8/layout/list1"/>
    <dgm:cxn modelId="{9E5F30D1-DC0F-4EAB-841C-9C22C8D1B26C}" type="presParOf" srcId="{1E911CD9-C5B4-4907-AAEE-6C5E7341E9FC}" destId="{5F455810-5425-4B32-A2F4-560C41470183}" srcOrd="1" destOrd="0" presId="urn:microsoft.com/office/officeart/2005/8/layout/list1"/>
    <dgm:cxn modelId="{BDEE3680-4499-4C79-8149-20E89B656C74}" type="presParOf" srcId="{44DE99B1-1E15-4453-BCC5-CAD120F557E8}" destId="{3622D00E-BC66-41B9-99A7-C6AD8401858A}" srcOrd="5" destOrd="0" presId="urn:microsoft.com/office/officeart/2005/8/layout/list1"/>
    <dgm:cxn modelId="{383CD5EF-29C2-4B5F-8ED2-5689012A2745}" type="presParOf" srcId="{44DE99B1-1E15-4453-BCC5-CAD120F557E8}" destId="{31472D67-73AE-41F5-B56D-9B9E4ECD5ED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0CC22AD-BF1E-4D18-BEEE-B2B4C3719851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296FBA3-053E-472C-88B2-7FA9C53BE1AB}">
      <dgm:prSet/>
      <dgm:spPr/>
      <dgm:t>
        <a:bodyPr/>
        <a:lstStyle/>
        <a:p>
          <a:r>
            <a:rPr lang="en-US"/>
            <a:t>Encodage Visuel</a:t>
          </a:r>
        </a:p>
      </dgm:t>
    </dgm:pt>
    <dgm:pt modelId="{E797ECCD-D909-494A-B0E8-8BBCF03D8B16}" type="parTrans" cxnId="{9F7A1A6A-48B7-40CC-8F97-1449FFBBE7B9}">
      <dgm:prSet/>
      <dgm:spPr/>
      <dgm:t>
        <a:bodyPr/>
        <a:lstStyle/>
        <a:p>
          <a:endParaRPr lang="en-US"/>
        </a:p>
      </dgm:t>
    </dgm:pt>
    <dgm:pt modelId="{B56CF981-9A74-4236-BF7E-DCCB3375A5BF}" type="sibTrans" cxnId="{9F7A1A6A-48B7-40CC-8F97-1449FFBBE7B9}">
      <dgm:prSet/>
      <dgm:spPr/>
      <dgm:t>
        <a:bodyPr/>
        <a:lstStyle/>
        <a:p>
          <a:endParaRPr lang="en-US"/>
        </a:p>
      </dgm:t>
    </dgm:pt>
    <dgm:pt modelId="{F93D6EEE-1109-4196-9E16-1C8E95A713C4}">
      <dgm:prSet/>
      <dgm:spPr/>
      <dgm:t>
        <a:bodyPr/>
        <a:lstStyle/>
        <a:p>
          <a:r>
            <a:rPr lang="en-US"/>
            <a:t>Arc: Genres et Régions</a:t>
          </a:r>
        </a:p>
      </dgm:t>
    </dgm:pt>
    <dgm:pt modelId="{985ECE59-1C5A-446C-AEA7-DB38B2226459}" type="parTrans" cxnId="{906C92E7-9EBE-40D5-BD82-27A06B810FCA}">
      <dgm:prSet/>
      <dgm:spPr/>
      <dgm:t>
        <a:bodyPr/>
        <a:lstStyle/>
        <a:p>
          <a:endParaRPr lang="en-US"/>
        </a:p>
      </dgm:t>
    </dgm:pt>
    <dgm:pt modelId="{F0C7E23E-0591-4B03-A6E7-C58F2E6DBECB}" type="sibTrans" cxnId="{906C92E7-9EBE-40D5-BD82-27A06B810FCA}">
      <dgm:prSet/>
      <dgm:spPr/>
      <dgm:t>
        <a:bodyPr/>
        <a:lstStyle/>
        <a:p>
          <a:endParaRPr lang="en-US"/>
        </a:p>
      </dgm:t>
    </dgm:pt>
    <dgm:pt modelId="{48535E84-9E6D-4656-8993-61E9929FEA49}">
      <dgm:prSet/>
      <dgm:spPr/>
      <dgm:t>
        <a:bodyPr/>
        <a:lstStyle/>
        <a:p>
          <a:r>
            <a:rPr lang="en-US"/>
            <a:t>Ruban: Co-occurrences</a:t>
          </a:r>
        </a:p>
      </dgm:t>
    </dgm:pt>
    <dgm:pt modelId="{F5D8F90D-1282-4D18-9C5E-A9789C92C673}" type="parTrans" cxnId="{31879D1E-8194-406F-913C-2A75B5566954}">
      <dgm:prSet/>
      <dgm:spPr/>
      <dgm:t>
        <a:bodyPr/>
        <a:lstStyle/>
        <a:p>
          <a:endParaRPr lang="en-US"/>
        </a:p>
      </dgm:t>
    </dgm:pt>
    <dgm:pt modelId="{42DEEE2D-C05B-4C47-A2CA-0DA2B8E6A2BB}" type="sibTrans" cxnId="{31879D1E-8194-406F-913C-2A75B5566954}">
      <dgm:prSet/>
      <dgm:spPr/>
      <dgm:t>
        <a:bodyPr/>
        <a:lstStyle/>
        <a:p>
          <a:endParaRPr lang="en-US"/>
        </a:p>
      </dgm:t>
    </dgm:pt>
    <dgm:pt modelId="{1C324650-F318-4CAE-BA69-187DF4A4FCFA}">
      <dgm:prSet/>
      <dgm:spPr/>
      <dgm:t>
        <a:bodyPr/>
        <a:lstStyle/>
        <a:p>
          <a:r>
            <a:rPr lang="en-US"/>
            <a:t>Épaisseur: Nombre de titres</a:t>
          </a:r>
        </a:p>
      </dgm:t>
    </dgm:pt>
    <dgm:pt modelId="{211A04DA-1402-4EA8-98D4-91938D694466}" type="parTrans" cxnId="{03091361-0102-43D3-9C7B-56C50A589D0B}">
      <dgm:prSet/>
      <dgm:spPr/>
      <dgm:t>
        <a:bodyPr/>
        <a:lstStyle/>
        <a:p>
          <a:endParaRPr lang="en-US"/>
        </a:p>
      </dgm:t>
    </dgm:pt>
    <dgm:pt modelId="{2D7CFE64-ECD8-4096-ADB9-14AB72E674F5}" type="sibTrans" cxnId="{03091361-0102-43D3-9C7B-56C50A589D0B}">
      <dgm:prSet/>
      <dgm:spPr/>
      <dgm:t>
        <a:bodyPr/>
        <a:lstStyle/>
        <a:p>
          <a:endParaRPr lang="en-US"/>
        </a:p>
      </dgm:t>
    </dgm:pt>
    <dgm:pt modelId="{786EB487-DB2A-4169-884E-E639D959B54A}">
      <dgm:prSet/>
      <dgm:spPr/>
      <dgm:t>
        <a:bodyPr/>
        <a:lstStyle/>
        <a:p>
          <a:r>
            <a:rPr lang="en-US"/>
            <a:t>Couleur: Gradient Genres/Régions</a:t>
          </a:r>
        </a:p>
      </dgm:t>
    </dgm:pt>
    <dgm:pt modelId="{E837FF89-3A9B-4862-808C-67C459CF393C}" type="parTrans" cxnId="{A01A1688-A6AE-462A-B05A-98A5121611F2}">
      <dgm:prSet/>
      <dgm:spPr/>
      <dgm:t>
        <a:bodyPr/>
        <a:lstStyle/>
        <a:p>
          <a:endParaRPr lang="en-US"/>
        </a:p>
      </dgm:t>
    </dgm:pt>
    <dgm:pt modelId="{29855B42-91F0-498B-BD99-D8B2D7A98485}" type="sibTrans" cxnId="{A01A1688-A6AE-462A-B05A-98A5121611F2}">
      <dgm:prSet/>
      <dgm:spPr/>
      <dgm:t>
        <a:bodyPr/>
        <a:lstStyle/>
        <a:p>
          <a:endParaRPr lang="en-US"/>
        </a:p>
      </dgm:t>
    </dgm:pt>
    <dgm:pt modelId="{B42987D4-F1E7-4947-B8D6-2A9F67C2EB89}">
      <dgm:prSet/>
      <dgm:spPr/>
      <dgm:t>
        <a:bodyPr/>
        <a:lstStyle/>
        <a:p>
          <a:r>
            <a:rPr lang="en-US"/>
            <a:t>Overview + Details</a:t>
          </a:r>
        </a:p>
      </dgm:t>
    </dgm:pt>
    <dgm:pt modelId="{9A30A150-B4AC-4F2A-A946-EE6DDE87CF12}" type="parTrans" cxnId="{F11EAA05-5C97-46CB-ABBD-A86F7FE84D8D}">
      <dgm:prSet/>
      <dgm:spPr/>
      <dgm:t>
        <a:bodyPr/>
        <a:lstStyle/>
        <a:p>
          <a:endParaRPr lang="en-US"/>
        </a:p>
      </dgm:t>
    </dgm:pt>
    <dgm:pt modelId="{31E7D41B-CF36-4500-B819-CE70986E8885}" type="sibTrans" cxnId="{F11EAA05-5C97-46CB-ABBD-A86F7FE84D8D}">
      <dgm:prSet/>
      <dgm:spPr/>
      <dgm:t>
        <a:bodyPr/>
        <a:lstStyle/>
        <a:p>
          <a:endParaRPr lang="en-US"/>
        </a:p>
      </dgm:t>
    </dgm:pt>
    <dgm:pt modelId="{BC8868E2-BCCA-403D-BA65-6704A7391500}">
      <dgm:prSet/>
      <dgm:spPr/>
      <dgm:t>
        <a:bodyPr/>
        <a:lstStyle/>
        <a:p>
          <a:r>
            <a:rPr lang="en-US"/>
            <a:t>Overview: Matrice complète genres × régions</a:t>
          </a:r>
        </a:p>
      </dgm:t>
    </dgm:pt>
    <dgm:pt modelId="{500F4169-C0FA-4D72-BBE4-14C9076C4E82}" type="parTrans" cxnId="{576C6FDA-379B-41F9-BABA-E37C3769EC2F}">
      <dgm:prSet/>
      <dgm:spPr/>
      <dgm:t>
        <a:bodyPr/>
        <a:lstStyle/>
        <a:p>
          <a:endParaRPr lang="en-US"/>
        </a:p>
      </dgm:t>
    </dgm:pt>
    <dgm:pt modelId="{8D64FF30-5461-4BC9-814C-DA2471F4ABC4}" type="sibTrans" cxnId="{576C6FDA-379B-41F9-BABA-E37C3769EC2F}">
      <dgm:prSet/>
      <dgm:spPr/>
      <dgm:t>
        <a:bodyPr/>
        <a:lstStyle/>
        <a:p>
          <a:endParaRPr lang="en-US"/>
        </a:p>
      </dgm:t>
    </dgm:pt>
    <dgm:pt modelId="{BE53FE0A-CFB3-47F1-8A4D-E6E2591F2494}">
      <dgm:prSet/>
      <dgm:spPr/>
      <dgm:t>
        <a:bodyPr/>
        <a:lstStyle/>
        <a:p>
          <a:r>
            <a:rPr lang="en-US"/>
            <a:t>Details: Click → Panel avec liste films</a:t>
          </a:r>
        </a:p>
      </dgm:t>
    </dgm:pt>
    <dgm:pt modelId="{769598D8-8895-49A4-B08F-E41E8C35FB2E}" type="parTrans" cxnId="{45C4E540-F44C-4443-B381-32198B1C571D}">
      <dgm:prSet/>
      <dgm:spPr/>
      <dgm:t>
        <a:bodyPr/>
        <a:lstStyle/>
        <a:p>
          <a:endParaRPr lang="en-US"/>
        </a:p>
      </dgm:t>
    </dgm:pt>
    <dgm:pt modelId="{4DFBB206-07B7-4CB6-8C2D-826101777F69}" type="sibTrans" cxnId="{45C4E540-F44C-4443-B381-32198B1C571D}">
      <dgm:prSet/>
      <dgm:spPr/>
      <dgm:t>
        <a:bodyPr/>
        <a:lstStyle/>
        <a:p>
          <a:endParaRPr lang="en-US"/>
        </a:p>
      </dgm:t>
    </dgm:pt>
    <dgm:pt modelId="{FFB96A59-58E8-46A4-A54F-A62CF1A52CF4}">
      <dgm:prSet/>
      <dgm:spPr/>
      <dgm:t>
        <a:bodyPr/>
        <a:lstStyle/>
        <a:p>
          <a:r>
            <a:rPr lang="en-US"/>
            <a:t>Interactions: 🖱️ Hover | 🖱️ Click | 📋 Panel</a:t>
          </a:r>
        </a:p>
      </dgm:t>
    </dgm:pt>
    <dgm:pt modelId="{906A93DC-9DFF-48AF-AF4D-F24AF301A5F8}" type="parTrans" cxnId="{411F4A5F-6FD0-4B08-86CB-20CF599D715B}">
      <dgm:prSet/>
      <dgm:spPr/>
      <dgm:t>
        <a:bodyPr/>
        <a:lstStyle/>
        <a:p>
          <a:endParaRPr lang="en-US"/>
        </a:p>
      </dgm:t>
    </dgm:pt>
    <dgm:pt modelId="{31AA0B04-83B4-44F7-BA4C-7F6039DF7E26}" type="sibTrans" cxnId="{411F4A5F-6FD0-4B08-86CB-20CF599D715B}">
      <dgm:prSet/>
      <dgm:spPr/>
      <dgm:t>
        <a:bodyPr/>
        <a:lstStyle/>
        <a:p>
          <a:endParaRPr lang="en-US"/>
        </a:p>
      </dgm:t>
    </dgm:pt>
    <dgm:pt modelId="{915B98E2-E980-455B-A23A-D04B5C491C27}" type="pres">
      <dgm:prSet presAssocID="{40CC22AD-BF1E-4D18-BEEE-B2B4C3719851}" presName="linear" presStyleCnt="0">
        <dgm:presLayoutVars>
          <dgm:dir/>
          <dgm:animLvl val="lvl"/>
          <dgm:resizeHandles val="exact"/>
        </dgm:presLayoutVars>
      </dgm:prSet>
      <dgm:spPr/>
    </dgm:pt>
    <dgm:pt modelId="{3DB445FA-BAD3-48B4-ADB7-695312A57209}" type="pres">
      <dgm:prSet presAssocID="{8296FBA3-053E-472C-88B2-7FA9C53BE1AB}" presName="parentLin" presStyleCnt="0"/>
      <dgm:spPr/>
    </dgm:pt>
    <dgm:pt modelId="{B87FA16C-C886-49BC-B532-B5931A7AD394}" type="pres">
      <dgm:prSet presAssocID="{8296FBA3-053E-472C-88B2-7FA9C53BE1AB}" presName="parentLeftMargin" presStyleLbl="node1" presStyleIdx="0" presStyleCnt="2"/>
      <dgm:spPr/>
    </dgm:pt>
    <dgm:pt modelId="{51B83576-277E-495E-A9C4-EC1E395580E6}" type="pres">
      <dgm:prSet presAssocID="{8296FBA3-053E-472C-88B2-7FA9C53BE1A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EC5F070-6B45-47C6-82CF-7521A3B849B3}" type="pres">
      <dgm:prSet presAssocID="{8296FBA3-053E-472C-88B2-7FA9C53BE1AB}" presName="negativeSpace" presStyleCnt="0"/>
      <dgm:spPr/>
    </dgm:pt>
    <dgm:pt modelId="{EF54C866-7538-4752-82A3-CD25E68024CE}" type="pres">
      <dgm:prSet presAssocID="{8296FBA3-053E-472C-88B2-7FA9C53BE1AB}" presName="childText" presStyleLbl="conFgAcc1" presStyleIdx="0" presStyleCnt="2">
        <dgm:presLayoutVars>
          <dgm:bulletEnabled val="1"/>
        </dgm:presLayoutVars>
      </dgm:prSet>
      <dgm:spPr/>
    </dgm:pt>
    <dgm:pt modelId="{1094999B-CEAE-4729-B610-19B0A8C15429}" type="pres">
      <dgm:prSet presAssocID="{B56CF981-9A74-4236-BF7E-DCCB3375A5BF}" presName="spaceBetweenRectangles" presStyleCnt="0"/>
      <dgm:spPr/>
    </dgm:pt>
    <dgm:pt modelId="{A9BC70E3-8E9A-4604-94DF-B52C5C47429F}" type="pres">
      <dgm:prSet presAssocID="{B42987D4-F1E7-4947-B8D6-2A9F67C2EB89}" presName="parentLin" presStyleCnt="0"/>
      <dgm:spPr/>
    </dgm:pt>
    <dgm:pt modelId="{F799F72A-9652-4386-8932-794CAA391068}" type="pres">
      <dgm:prSet presAssocID="{B42987D4-F1E7-4947-B8D6-2A9F67C2EB89}" presName="parentLeftMargin" presStyleLbl="node1" presStyleIdx="0" presStyleCnt="2"/>
      <dgm:spPr/>
    </dgm:pt>
    <dgm:pt modelId="{836E264C-91DF-4091-B914-ED6766C5A5A7}" type="pres">
      <dgm:prSet presAssocID="{B42987D4-F1E7-4947-B8D6-2A9F67C2EB8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FD6BCE1-699D-40F3-B7C6-0168EDAFCBDB}" type="pres">
      <dgm:prSet presAssocID="{B42987D4-F1E7-4947-B8D6-2A9F67C2EB89}" presName="negativeSpace" presStyleCnt="0"/>
      <dgm:spPr/>
    </dgm:pt>
    <dgm:pt modelId="{A6546501-6017-4B68-85BA-098700BC7A52}" type="pres">
      <dgm:prSet presAssocID="{B42987D4-F1E7-4947-B8D6-2A9F67C2EB8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F11EAA05-5C97-46CB-ABBD-A86F7FE84D8D}" srcId="{40CC22AD-BF1E-4D18-BEEE-B2B4C3719851}" destId="{B42987D4-F1E7-4947-B8D6-2A9F67C2EB89}" srcOrd="1" destOrd="0" parTransId="{9A30A150-B4AC-4F2A-A946-EE6DDE87CF12}" sibTransId="{31E7D41B-CF36-4500-B819-CE70986E8885}"/>
    <dgm:cxn modelId="{8D95A31A-54D4-43E4-88C3-49825248649F}" type="presOf" srcId="{F93D6EEE-1109-4196-9E16-1C8E95A713C4}" destId="{EF54C866-7538-4752-82A3-CD25E68024CE}" srcOrd="0" destOrd="0" presId="urn:microsoft.com/office/officeart/2005/8/layout/list1"/>
    <dgm:cxn modelId="{E0A0E41D-40D2-4667-B1F9-3BE11A7562F8}" type="presOf" srcId="{48535E84-9E6D-4656-8993-61E9929FEA49}" destId="{EF54C866-7538-4752-82A3-CD25E68024CE}" srcOrd="0" destOrd="1" presId="urn:microsoft.com/office/officeart/2005/8/layout/list1"/>
    <dgm:cxn modelId="{31879D1E-8194-406F-913C-2A75B5566954}" srcId="{8296FBA3-053E-472C-88B2-7FA9C53BE1AB}" destId="{48535E84-9E6D-4656-8993-61E9929FEA49}" srcOrd="1" destOrd="0" parTransId="{F5D8F90D-1282-4D18-9C5E-A9789C92C673}" sibTransId="{42DEEE2D-C05B-4C47-A2CA-0DA2B8E6A2BB}"/>
    <dgm:cxn modelId="{770A3B39-CE4E-4298-8802-D93C1C66D46F}" type="presOf" srcId="{1C324650-F318-4CAE-BA69-187DF4A4FCFA}" destId="{EF54C866-7538-4752-82A3-CD25E68024CE}" srcOrd="0" destOrd="2" presId="urn:microsoft.com/office/officeart/2005/8/layout/list1"/>
    <dgm:cxn modelId="{45C4E540-F44C-4443-B381-32198B1C571D}" srcId="{B42987D4-F1E7-4947-B8D6-2A9F67C2EB89}" destId="{BE53FE0A-CFB3-47F1-8A4D-E6E2591F2494}" srcOrd="1" destOrd="0" parTransId="{769598D8-8895-49A4-B08F-E41E8C35FB2E}" sibTransId="{4DFBB206-07B7-4CB6-8C2D-826101777F69}"/>
    <dgm:cxn modelId="{411F4A5F-6FD0-4B08-86CB-20CF599D715B}" srcId="{B42987D4-F1E7-4947-B8D6-2A9F67C2EB89}" destId="{FFB96A59-58E8-46A4-A54F-A62CF1A52CF4}" srcOrd="2" destOrd="0" parTransId="{906A93DC-9DFF-48AF-AF4D-F24AF301A5F8}" sibTransId="{31AA0B04-83B4-44F7-BA4C-7F6039DF7E26}"/>
    <dgm:cxn modelId="{03091361-0102-43D3-9C7B-56C50A589D0B}" srcId="{8296FBA3-053E-472C-88B2-7FA9C53BE1AB}" destId="{1C324650-F318-4CAE-BA69-187DF4A4FCFA}" srcOrd="2" destOrd="0" parTransId="{211A04DA-1402-4EA8-98D4-91938D694466}" sibTransId="{2D7CFE64-ECD8-4096-ADB9-14AB72E674F5}"/>
    <dgm:cxn modelId="{EF0C9B61-8BF3-4181-9451-6E05813AE278}" type="presOf" srcId="{8296FBA3-053E-472C-88B2-7FA9C53BE1AB}" destId="{51B83576-277E-495E-A9C4-EC1E395580E6}" srcOrd="1" destOrd="0" presId="urn:microsoft.com/office/officeart/2005/8/layout/list1"/>
    <dgm:cxn modelId="{9F7A1A6A-48B7-40CC-8F97-1449FFBBE7B9}" srcId="{40CC22AD-BF1E-4D18-BEEE-B2B4C3719851}" destId="{8296FBA3-053E-472C-88B2-7FA9C53BE1AB}" srcOrd="0" destOrd="0" parTransId="{E797ECCD-D909-494A-B0E8-8BBCF03D8B16}" sibTransId="{B56CF981-9A74-4236-BF7E-DCCB3375A5BF}"/>
    <dgm:cxn modelId="{B49CD376-4CF1-4F16-9675-0507A13F8472}" type="presOf" srcId="{B42987D4-F1E7-4947-B8D6-2A9F67C2EB89}" destId="{836E264C-91DF-4091-B914-ED6766C5A5A7}" srcOrd="1" destOrd="0" presId="urn:microsoft.com/office/officeart/2005/8/layout/list1"/>
    <dgm:cxn modelId="{A01A1688-A6AE-462A-B05A-98A5121611F2}" srcId="{8296FBA3-053E-472C-88B2-7FA9C53BE1AB}" destId="{786EB487-DB2A-4169-884E-E639D959B54A}" srcOrd="3" destOrd="0" parTransId="{E837FF89-3A9B-4862-808C-67C459CF393C}" sibTransId="{29855B42-91F0-498B-BD99-D8B2D7A98485}"/>
    <dgm:cxn modelId="{1D89A889-B4BE-46E0-89C4-BA3BF6ED83BB}" type="presOf" srcId="{786EB487-DB2A-4169-884E-E639D959B54A}" destId="{EF54C866-7538-4752-82A3-CD25E68024CE}" srcOrd="0" destOrd="3" presId="urn:microsoft.com/office/officeart/2005/8/layout/list1"/>
    <dgm:cxn modelId="{4941C38F-85C9-4CE3-B338-2CA3BD7BFA4D}" type="presOf" srcId="{40CC22AD-BF1E-4D18-BEEE-B2B4C3719851}" destId="{915B98E2-E980-455B-A23A-D04B5C491C27}" srcOrd="0" destOrd="0" presId="urn:microsoft.com/office/officeart/2005/8/layout/list1"/>
    <dgm:cxn modelId="{F1258A94-2CB7-4D50-8024-A1E832217CDF}" type="presOf" srcId="{FFB96A59-58E8-46A4-A54F-A62CF1A52CF4}" destId="{A6546501-6017-4B68-85BA-098700BC7A52}" srcOrd="0" destOrd="2" presId="urn:microsoft.com/office/officeart/2005/8/layout/list1"/>
    <dgm:cxn modelId="{EA8E71B8-668C-4F89-9B3B-DFA2E117621E}" type="presOf" srcId="{8296FBA3-053E-472C-88B2-7FA9C53BE1AB}" destId="{B87FA16C-C886-49BC-B532-B5931A7AD394}" srcOrd="0" destOrd="0" presId="urn:microsoft.com/office/officeart/2005/8/layout/list1"/>
    <dgm:cxn modelId="{0B9BA0C4-6FD6-4256-971F-38B85F077261}" type="presOf" srcId="{BC8868E2-BCCA-403D-BA65-6704A7391500}" destId="{A6546501-6017-4B68-85BA-098700BC7A52}" srcOrd="0" destOrd="0" presId="urn:microsoft.com/office/officeart/2005/8/layout/list1"/>
    <dgm:cxn modelId="{7F9DE9CD-8913-422F-A16A-DD1FE07A3E0F}" type="presOf" srcId="{B42987D4-F1E7-4947-B8D6-2A9F67C2EB89}" destId="{F799F72A-9652-4386-8932-794CAA391068}" srcOrd="0" destOrd="0" presId="urn:microsoft.com/office/officeart/2005/8/layout/list1"/>
    <dgm:cxn modelId="{576C6FDA-379B-41F9-BABA-E37C3769EC2F}" srcId="{B42987D4-F1E7-4947-B8D6-2A9F67C2EB89}" destId="{BC8868E2-BCCA-403D-BA65-6704A7391500}" srcOrd="0" destOrd="0" parTransId="{500F4169-C0FA-4D72-BBE4-14C9076C4E82}" sibTransId="{8D64FF30-5461-4BC9-814C-DA2471F4ABC4}"/>
    <dgm:cxn modelId="{0E77DCE2-FE14-4368-88F0-58C8CC65EC48}" type="presOf" srcId="{BE53FE0A-CFB3-47F1-8A4D-E6E2591F2494}" destId="{A6546501-6017-4B68-85BA-098700BC7A52}" srcOrd="0" destOrd="1" presId="urn:microsoft.com/office/officeart/2005/8/layout/list1"/>
    <dgm:cxn modelId="{906C92E7-9EBE-40D5-BD82-27A06B810FCA}" srcId="{8296FBA3-053E-472C-88B2-7FA9C53BE1AB}" destId="{F93D6EEE-1109-4196-9E16-1C8E95A713C4}" srcOrd="0" destOrd="0" parTransId="{985ECE59-1C5A-446C-AEA7-DB38B2226459}" sibTransId="{F0C7E23E-0591-4B03-A6E7-C58F2E6DBECB}"/>
    <dgm:cxn modelId="{DCDE2014-339B-46A5-B5FE-7B4DB826565C}" type="presParOf" srcId="{915B98E2-E980-455B-A23A-D04B5C491C27}" destId="{3DB445FA-BAD3-48B4-ADB7-695312A57209}" srcOrd="0" destOrd="0" presId="urn:microsoft.com/office/officeart/2005/8/layout/list1"/>
    <dgm:cxn modelId="{3D803577-7510-484D-923A-80B549767315}" type="presParOf" srcId="{3DB445FA-BAD3-48B4-ADB7-695312A57209}" destId="{B87FA16C-C886-49BC-B532-B5931A7AD394}" srcOrd="0" destOrd="0" presId="urn:microsoft.com/office/officeart/2005/8/layout/list1"/>
    <dgm:cxn modelId="{16B3030A-C956-47CF-BEB5-01879234AB90}" type="presParOf" srcId="{3DB445FA-BAD3-48B4-ADB7-695312A57209}" destId="{51B83576-277E-495E-A9C4-EC1E395580E6}" srcOrd="1" destOrd="0" presId="urn:microsoft.com/office/officeart/2005/8/layout/list1"/>
    <dgm:cxn modelId="{AD20AFE5-EB34-4D36-BFC9-2175B26FDE95}" type="presParOf" srcId="{915B98E2-E980-455B-A23A-D04B5C491C27}" destId="{9EC5F070-6B45-47C6-82CF-7521A3B849B3}" srcOrd="1" destOrd="0" presId="urn:microsoft.com/office/officeart/2005/8/layout/list1"/>
    <dgm:cxn modelId="{FBB13900-D104-4BEF-AE64-EEFF17BB2347}" type="presParOf" srcId="{915B98E2-E980-455B-A23A-D04B5C491C27}" destId="{EF54C866-7538-4752-82A3-CD25E68024CE}" srcOrd="2" destOrd="0" presId="urn:microsoft.com/office/officeart/2005/8/layout/list1"/>
    <dgm:cxn modelId="{20519E06-16A8-43FE-B26F-2002657D41EA}" type="presParOf" srcId="{915B98E2-E980-455B-A23A-D04B5C491C27}" destId="{1094999B-CEAE-4729-B610-19B0A8C15429}" srcOrd="3" destOrd="0" presId="urn:microsoft.com/office/officeart/2005/8/layout/list1"/>
    <dgm:cxn modelId="{29626ED0-9F5D-4C16-8B7D-79D74D81AEA9}" type="presParOf" srcId="{915B98E2-E980-455B-A23A-D04B5C491C27}" destId="{A9BC70E3-8E9A-4604-94DF-B52C5C47429F}" srcOrd="4" destOrd="0" presId="urn:microsoft.com/office/officeart/2005/8/layout/list1"/>
    <dgm:cxn modelId="{B05CDD4D-ADC3-4C4F-B01A-E0C68938E786}" type="presParOf" srcId="{A9BC70E3-8E9A-4604-94DF-B52C5C47429F}" destId="{F799F72A-9652-4386-8932-794CAA391068}" srcOrd="0" destOrd="0" presId="urn:microsoft.com/office/officeart/2005/8/layout/list1"/>
    <dgm:cxn modelId="{4F30196E-6BD7-443F-8EFE-9A73FDA432E3}" type="presParOf" srcId="{A9BC70E3-8E9A-4604-94DF-B52C5C47429F}" destId="{836E264C-91DF-4091-B914-ED6766C5A5A7}" srcOrd="1" destOrd="0" presId="urn:microsoft.com/office/officeart/2005/8/layout/list1"/>
    <dgm:cxn modelId="{E587DFB8-FC9C-4ABC-B4E2-B1FF7947048D}" type="presParOf" srcId="{915B98E2-E980-455B-A23A-D04B5C491C27}" destId="{3FD6BCE1-699D-40F3-B7C6-0168EDAFCBDB}" srcOrd="5" destOrd="0" presId="urn:microsoft.com/office/officeart/2005/8/layout/list1"/>
    <dgm:cxn modelId="{7677C4FD-EEC5-4B5D-8445-D1021294F05A}" type="presParOf" srcId="{915B98E2-E980-455B-A23A-D04B5C491C27}" destId="{A6546501-6017-4B68-85BA-098700BC7A5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2B522D2-C842-4F58-BD99-5FD538A5DAF9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659A38-7C20-465F-8715-F9916BA6CF6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Filtres Synchronisés</a:t>
          </a:r>
        </a:p>
      </dgm:t>
    </dgm:pt>
    <dgm:pt modelId="{065BC13D-9BD9-47FF-90C5-36E2B03BE792}" type="parTrans" cxnId="{07FFFCA5-6063-456D-BAC3-5B73220B69E1}">
      <dgm:prSet/>
      <dgm:spPr/>
      <dgm:t>
        <a:bodyPr/>
        <a:lstStyle/>
        <a:p>
          <a:endParaRPr lang="en-US"/>
        </a:p>
      </dgm:t>
    </dgm:pt>
    <dgm:pt modelId="{BE93A8FA-E191-4D0C-AAC1-60B5AE73FB21}" type="sibTrans" cxnId="{07FFFCA5-6063-456D-BAC3-5B73220B69E1}">
      <dgm:prSet/>
      <dgm:spPr/>
      <dgm:t>
        <a:bodyPr/>
        <a:lstStyle/>
        <a:p>
          <a:endParaRPr lang="en-US"/>
        </a:p>
      </dgm:t>
    </dgm:pt>
    <dgm:pt modelId="{B76F10FA-5778-4670-A1B3-BF64D2EF35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Genres: Multi-</a:t>
          </a:r>
          <a:r>
            <a:rPr lang="en-US" dirty="0" err="1"/>
            <a:t>sélection</a:t>
          </a:r>
          <a:r>
            <a:rPr lang="en-US" dirty="0"/>
            <a:t> (checkboxes)</a:t>
          </a:r>
        </a:p>
      </dgm:t>
    </dgm:pt>
    <dgm:pt modelId="{3013301A-FA28-4A1F-8B93-4EFB6F79B262}" type="parTrans" cxnId="{CB9F4A4B-8EE6-4BC8-99E2-8A2762147109}">
      <dgm:prSet/>
      <dgm:spPr/>
      <dgm:t>
        <a:bodyPr/>
        <a:lstStyle/>
        <a:p>
          <a:endParaRPr lang="en-US"/>
        </a:p>
      </dgm:t>
    </dgm:pt>
    <dgm:pt modelId="{375BB9D9-5ACB-4BCB-88B8-59888A0CC2B5}" type="sibTrans" cxnId="{CB9F4A4B-8EE6-4BC8-99E2-8A2762147109}">
      <dgm:prSet/>
      <dgm:spPr/>
      <dgm:t>
        <a:bodyPr/>
        <a:lstStyle/>
        <a:p>
          <a:endParaRPr lang="en-US"/>
        </a:p>
      </dgm:t>
    </dgm:pt>
    <dgm:pt modelId="{30323DB6-95BC-4927-B1DB-A292D936A1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</a:t>
          </a:r>
          <a:r>
            <a:rPr lang="en-US" dirty="0" err="1"/>
            <a:t>Régions</a:t>
          </a:r>
          <a:r>
            <a:rPr lang="en-US" dirty="0"/>
            <a:t>: Multi-</a:t>
          </a:r>
          <a:r>
            <a:rPr lang="en-US" dirty="0" err="1"/>
            <a:t>sélection</a:t>
          </a:r>
          <a:r>
            <a:rPr lang="en-US" dirty="0"/>
            <a:t> (checkboxes)</a:t>
          </a:r>
        </a:p>
      </dgm:t>
    </dgm:pt>
    <dgm:pt modelId="{745EC6D1-BFED-49A4-95C7-4CE594F66EBB}" type="parTrans" cxnId="{BA47EE14-3DCF-4941-A7BA-4A5781757B7D}">
      <dgm:prSet/>
      <dgm:spPr/>
      <dgm:t>
        <a:bodyPr/>
        <a:lstStyle/>
        <a:p>
          <a:endParaRPr lang="en-US"/>
        </a:p>
      </dgm:t>
    </dgm:pt>
    <dgm:pt modelId="{A3165A51-94D9-4046-83B9-37092C8462F8}" type="sibTrans" cxnId="{BA47EE14-3DCF-4941-A7BA-4A5781757B7D}">
      <dgm:prSet/>
      <dgm:spPr/>
      <dgm:t>
        <a:bodyPr/>
        <a:lstStyle/>
        <a:p>
          <a:endParaRPr lang="en-US"/>
        </a:p>
      </dgm:t>
    </dgm:pt>
    <dgm:pt modelId="{FABC350F-5AE6-4CD5-95D9-185DEDB56D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 Années: Range slider (1945-2025)</a:t>
          </a:r>
        </a:p>
      </dgm:t>
    </dgm:pt>
    <dgm:pt modelId="{1EC71BBC-7F46-416A-BB25-19E46E66595A}" type="parTrans" cxnId="{5D6C110D-2D1E-4348-B2A7-9D242AD14607}">
      <dgm:prSet/>
      <dgm:spPr/>
      <dgm:t>
        <a:bodyPr/>
        <a:lstStyle/>
        <a:p>
          <a:endParaRPr lang="en-US"/>
        </a:p>
      </dgm:t>
    </dgm:pt>
    <dgm:pt modelId="{954FB56F-06B3-47A1-A98C-690CC59C0585}" type="sibTrans" cxnId="{5D6C110D-2D1E-4348-B2A7-9D242AD14607}">
      <dgm:prSet/>
      <dgm:spPr/>
      <dgm:t>
        <a:bodyPr/>
        <a:lstStyle/>
        <a:p>
          <a:endParaRPr lang="en-US"/>
        </a:p>
      </dgm:t>
    </dgm:pt>
    <dgm:pt modelId="{8D0BCF09-F761-45B2-92B5-074EB1C1985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Architecture Événementielle</a:t>
          </a:r>
        </a:p>
      </dgm:t>
    </dgm:pt>
    <dgm:pt modelId="{4A89A3C7-F456-4E96-AB35-ECD6B46A8890}" type="parTrans" cxnId="{58EE4731-913C-4F23-AF6A-71A7BBBB9799}">
      <dgm:prSet/>
      <dgm:spPr/>
      <dgm:t>
        <a:bodyPr/>
        <a:lstStyle/>
        <a:p>
          <a:endParaRPr lang="en-US"/>
        </a:p>
      </dgm:t>
    </dgm:pt>
    <dgm:pt modelId="{01B39010-F011-484F-8BD4-9CAFB436C359}" type="sibTrans" cxnId="{58EE4731-913C-4F23-AF6A-71A7BBBB9799}">
      <dgm:prSet/>
      <dgm:spPr/>
      <dgm:t>
        <a:bodyPr/>
        <a:lstStyle/>
        <a:p>
          <a:endParaRPr lang="en-US"/>
        </a:p>
      </dgm:t>
    </dgm:pt>
    <dgm:pt modelId="{378D5D84-4B13-4861-8743-587334CF4C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Toutes les visualisations écoutent 'filterChange'</a:t>
          </a:r>
        </a:p>
      </dgm:t>
    </dgm:pt>
    <dgm:pt modelId="{7C6C1A98-325A-4252-8EA6-A8C97D67B7C8}" type="parTrans" cxnId="{268743C9-1563-41F7-8D83-2A18CA420159}">
      <dgm:prSet/>
      <dgm:spPr/>
      <dgm:t>
        <a:bodyPr/>
        <a:lstStyle/>
        <a:p>
          <a:endParaRPr lang="en-US"/>
        </a:p>
      </dgm:t>
    </dgm:pt>
    <dgm:pt modelId="{6B1DB399-7158-4BA3-948B-876A58D0244C}" type="sibTrans" cxnId="{268743C9-1563-41F7-8D83-2A18CA420159}">
      <dgm:prSet/>
      <dgm:spPr/>
      <dgm:t>
        <a:bodyPr/>
        <a:lstStyle/>
        <a:p>
          <a:endParaRPr lang="en-US"/>
        </a:p>
      </dgm:t>
    </dgm:pt>
    <dgm:pt modelId="{C85347CC-22E6-4DEF-845A-467CEB1FD8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Mise à jour en temps réel (&lt;100ms)</a:t>
          </a:r>
        </a:p>
      </dgm:t>
    </dgm:pt>
    <dgm:pt modelId="{D614F84B-F7B4-4C5B-8836-9F42161AB938}" type="parTrans" cxnId="{84FABB3E-A63A-4272-94DB-46AEF9ED2404}">
      <dgm:prSet/>
      <dgm:spPr/>
      <dgm:t>
        <a:bodyPr/>
        <a:lstStyle/>
        <a:p>
          <a:endParaRPr lang="en-US"/>
        </a:p>
      </dgm:t>
    </dgm:pt>
    <dgm:pt modelId="{57F2B10E-4A9D-4152-B0D3-DCDBA8A093C8}" type="sibTrans" cxnId="{84FABB3E-A63A-4272-94DB-46AEF9ED2404}">
      <dgm:prSet/>
      <dgm:spPr/>
      <dgm:t>
        <a:bodyPr/>
        <a:lstStyle/>
        <a:p>
          <a:endParaRPr lang="en-US"/>
        </a:p>
      </dgm:t>
    </dgm:pt>
    <dgm:pt modelId="{6B1F44A0-8365-41FF-B62A-2FE5C276D2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Cohérence entre toutes les vues</a:t>
          </a:r>
        </a:p>
      </dgm:t>
    </dgm:pt>
    <dgm:pt modelId="{C953DF12-C6FC-47E3-B4A3-2D68DB5A14EB}" type="parTrans" cxnId="{F1092E45-5F97-49F9-A239-1D5D79D8023B}">
      <dgm:prSet/>
      <dgm:spPr/>
      <dgm:t>
        <a:bodyPr/>
        <a:lstStyle/>
        <a:p>
          <a:endParaRPr lang="en-US"/>
        </a:p>
      </dgm:t>
    </dgm:pt>
    <dgm:pt modelId="{D886EDF6-AE45-4C05-A7DD-425C778527CA}" type="sibTrans" cxnId="{F1092E45-5F97-49F9-A239-1D5D79D8023B}">
      <dgm:prSet/>
      <dgm:spPr/>
      <dgm:t>
        <a:bodyPr/>
        <a:lstStyle/>
        <a:p>
          <a:endParaRPr lang="en-US"/>
        </a:p>
      </dgm:t>
    </dgm:pt>
    <dgm:pt modelId="{4B90C705-AE3D-46FA-A051-116F1C872D41}" type="pres">
      <dgm:prSet presAssocID="{F2B522D2-C842-4F58-BD99-5FD538A5DAF9}" presName="root" presStyleCnt="0">
        <dgm:presLayoutVars>
          <dgm:dir/>
          <dgm:resizeHandles val="exact"/>
        </dgm:presLayoutVars>
      </dgm:prSet>
      <dgm:spPr/>
    </dgm:pt>
    <dgm:pt modelId="{6F3C3ED6-F981-4935-8D76-1C92CB37CDCF}" type="pres">
      <dgm:prSet presAssocID="{F8659A38-7C20-465F-8715-F9916BA6CF68}" presName="compNode" presStyleCnt="0"/>
      <dgm:spPr/>
    </dgm:pt>
    <dgm:pt modelId="{C93F3462-B495-4E2B-B8F9-7F09E98BD08D}" type="pres">
      <dgm:prSet presAssocID="{F8659A38-7C20-465F-8715-F9916BA6CF6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er"/>
        </a:ext>
      </dgm:extLst>
    </dgm:pt>
    <dgm:pt modelId="{1A0A5E7B-2A23-4E4E-8AF5-2784F58E9C73}" type="pres">
      <dgm:prSet presAssocID="{F8659A38-7C20-465F-8715-F9916BA6CF68}" presName="iconSpace" presStyleCnt="0"/>
      <dgm:spPr/>
    </dgm:pt>
    <dgm:pt modelId="{E230276C-13BC-4846-9C0B-C3F167CDF5A8}" type="pres">
      <dgm:prSet presAssocID="{F8659A38-7C20-465F-8715-F9916BA6CF68}" presName="parTx" presStyleLbl="revTx" presStyleIdx="0" presStyleCnt="4">
        <dgm:presLayoutVars>
          <dgm:chMax val="0"/>
          <dgm:chPref val="0"/>
        </dgm:presLayoutVars>
      </dgm:prSet>
      <dgm:spPr/>
    </dgm:pt>
    <dgm:pt modelId="{14E14394-7C01-4243-A41E-20179E8E8157}" type="pres">
      <dgm:prSet presAssocID="{F8659A38-7C20-465F-8715-F9916BA6CF68}" presName="txSpace" presStyleCnt="0"/>
      <dgm:spPr/>
    </dgm:pt>
    <dgm:pt modelId="{8DEBBAA6-D810-4BCB-9F00-6DF61B3AF671}" type="pres">
      <dgm:prSet presAssocID="{F8659A38-7C20-465F-8715-F9916BA6CF68}" presName="desTx" presStyleLbl="revTx" presStyleIdx="1" presStyleCnt="4">
        <dgm:presLayoutVars/>
      </dgm:prSet>
      <dgm:spPr/>
    </dgm:pt>
    <dgm:pt modelId="{C14A6BE3-FFDE-4273-BC38-3166F5C3022D}" type="pres">
      <dgm:prSet presAssocID="{BE93A8FA-E191-4D0C-AAC1-60B5AE73FB21}" presName="sibTrans" presStyleCnt="0"/>
      <dgm:spPr/>
    </dgm:pt>
    <dgm:pt modelId="{1B6E9850-1D37-4776-B52B-10A251CF6CBE}" type="pres">
      <dgm:prSet presAssocID="{8D0BCF09-F761-45B2-92B5-074EB1C19850}" presName="compNode" presStyleCnt="0"/>
      <dgm:spPr/>
    </dgm:pt>
    <dgm:pt modelId="{79D371F4-EC6A-44E9-9F89-CCCC1CC32C64}" type="pres">
      <dgm:prSet presAssocID="{8D0BCF09-F761-45B2-92B5-074EB1C1985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775DFFE4-18AF-4C58-A549-0250004C879C}" type="pres">
      <dgm:prSet presAssocID="{8D0BCF09-F761-45B2-92B5-074EB1C19850}" presName="iconSpace" presStyleCnt="0"/>
      <dgm:spPr/>
    </dgm:pt>
    <dgm:pt modelId="{F5F07404-3850-44D1-A3B2-DFA8B66796B4}" type="pres">
      <dgm:prSet presAssocID="{8D0BCF09-F761-45B2-92B5-074EB1C19850}" presName="parTx" presStyleLbl="revTx" presStyleIdx="2" presStyleCnt="4">
        <dgm:presLayoutVars>
          <dgm:chMax val="0"/>
          <dgm:chPref val="0"/>
        </dgm:presLayoutVars>
      </dgm:prSet>
      <dgm:spPr/>
    </dgm:pt>
    <dgm:pt modelId="{C40E0AC8-2858-4021-9C80-480360D9FA95}" type="pres">
      <dgm:prSet presAssocID="{8D0BCF09-F761-45B2-92B5-074EB1C19850}" presName="txSpace" presStyleCnt="0"/>
      <dgm:spPr/>
    </dgm:pt>
    <dgm:pt modelId="{18A30205-ED45-4295-96E9-B5CA8C019AEA}" type="pres">
      <dgm:prSet presAssocID="{8D0BCF09-F761-45B2-92B5-074EB1C19850}" presName="desTx" presStyleLbl="revTx" presStyleIdx="3" presStyleCnt="4">
        <dgm:presLayoutVars/>
      </dgm:prSet>
      <dgm:spPr/>
    </dgm:pt>
  </dgm:ptLst>
  <dgm:cxnLst>
    <dgm:cxn modelId="{0F52060A-9CBB-450A-B293-77F30C20CB19}" type="presOf" srcId="{FABC350F-5AE6-4CD5-95D9-185DEDB56D3E}" destId="{8DEBBAA6-D810-4BCB-9F00-6DF61B3AF671}" srcOrd="0" destOrd="2" presId="urn:microsoft.com/office/officeart/2018/5/layout/CenteredIconLabelDescriptionList"/>
    <dgm:cxn modelId="{5D6C110D-2D1E-4348-B2A7-9D242AD14607}" srcId="{F8659A38-7C20-465F-8715-F9916BA6CF68}" destId="{FABC350F-5AE6-4CD5-95D9-185DEDB56D3E}" srcOrd="2" destOrd="0" parTransId="{1EC71BBC-7F46-416A-BB25-19E46E66595A}" sibTransId="{954FB56F-06B3-47A1-A98C-690CC59C0585}"/>
    <dgm:cxn modelId="{1812E513-19D4-45B0-BAA7-1EFDD923A07F}" type="presOf" srcId="{8D0BCF09-F761-45B2-92B5-074EB1C19850}" destId="{F5F07404-3850-44D1-A3B2-DFA8B66796B4}" srcOrd="0" destOrd="0" presId="urn:microsoft.com/office/officeart/2018/5/layout/CenteredIconLabelDescriptionList"/>
    <dgm:cxn modelId="{BA47EE14-3DCF-4941-A7BA-4A5781757B7D}" srcId="{F8659A38-7C20-465F-8715-F9916BA6CF68}" destId="{30323DB6-95BC-4927-B1DB-A292D936A13D}" srcOrd="1" destOrd="0" parTransId="{745EC6D1-BFED-49A4-95C7-4CE594F66EBB}" sibTransId="{A3165A51-94D9-4046-83B9-37092C8462F8}"/>
    <dgm:cxn modelId="{0BB40819-D414-48AE-8A81-A5D095CC3992}" type="presOf" srcId="{B76F10FA-5778-4670-A1B3-BF64D2EF35CD}" destId="{8DEBBAA6-D810-4BCB-9F00-6DF61B3AF671}" srcOrd="0" destOrd="0" presId="urn:microsoft.com/office/officeart/2018/5/layout/CenteredIconLabelDescriptionList"/>
    <dgm:cxn modelId="{4E6B132A-EB79-418A-9A4A-B29B8F2A67E3}" type="presOf" srcId="{F2B522D2-C842-4F58-BD99-5FD538A5DAF9}" destId="{4B90C705-AE3D-46FA-A051-116F1C872D41}" srcOrd="0" destOrd="0" presId="urn:microsoft.com/office/officeart/2018/5/layout/CenteredIconLabelDescriptionList"/>
    <dgm:cxn modelId="{58EE4731-913C-4F23-AF6A-71A7BBBB9799}" srcId="{F2B522D2-C842-4F58-BD99-5FD538A5DAF9}" destId="{8D0BCF09-F761-45B2-92B5-074EB1C19850}" srcOrd="1" destOrd="0" parTransId="{4A89A3C7-F456-4E96-AB35-ECD6B46A8890}" sibTransId="{01B39010-F011-484F-8BD4-9CAFB436C359}"/>
    <dgm:cxn modelId="{84FABB3E-A63A-4272-94DB-46AEF9ED2404}" srcId="{8D0BCF09-F761-45B2-92B5-074EB1C19850}" destId="{C85347CC-22E6-4DEF-845A-467CEB1FD812}" srcOrd="1" destOrd="0" parTransId="{D614F84B-F7B4-4C5B-8836-9F42161AB938}" sibTransId="{57F2B10E-4A9D-4152-B0D3-DCDBA8A093C8}"/>
    <dgm:cxn modelId="{F1092E45-5F97-49F9-A239-1D5D79D8023B}" srcId="{8D0BCF09-F761-45B2-92B5-074EB1C19850}" destId="{6B1F44A0-8365-41FF-B62A-2FE5C276D2B2}" srcOrd="2" destOrd="0" parTransId="{C953DF12-C6FC-47E3-B4A3-2D68DB5A14EB}" sibTransId="{D886EDF6-AE45-4C05-A7DD-425C778527CA}"/>
    <dgm:cxn modelId="{87204645-1192-4EC2-8974-6EF722935515}" type="presOf" srcId="{F8659A38-7C20-465F-8715-F9916BA6CF68}" destId="{E230276C-13BC-4846-9C0B-C3F167CDF5A8}" srcOrd="0" destOrd="0" presId="urn:microsoft.com/office/officeart/2018/5/layout/CenteredIconLabelDescriptionList"/>
    <dgm:cxn modelId="{CB9F4A4B-8EE6-4BC8-99E2-8A2762147109}" srcId="{F8659A38-7C20-465F-8715-F9916BA6CF68}" destId="{B76F10FA-5778-4670-A1B3-BF64D2EF35CD}" srcOrd="0" destOrd="0" parTransId="{3013301A-FA28-4A1F-8B93-4EFB6F79B262}" sibTransId="{375BB9D9-5ACB-4BCB-88B8-59888A0CC2B5}"/>
    <dgm:cxn modelId="{7D896581-FEF0-4B73-A837-D758B2E345E0}" type="presOf" srcId="{378D5D84-4B13-4861-8743-587334CF4C5E}" destId="{18A30205-ED45-4295-96E9-B5CA8C019AEA}" srcOrd="0" destOrd="0" presId="urn:microsoft.com/office/officeart/2018/5/layout/CenteredIconLabelDescriptionList"/>
    <dgm:cxn modelId="{07FFFCA5-6063-456D-BAC3-5B73220B69E1}" srcId="{F2B522D2-C842-4F58-BD99-5FD538A5DAF9}" destId="{F8659A38-7C20-465F-8715-F9916BA6CF68}" srcOrd="0" destOrd="0" parTransId="{065BC13D-9BD9-47FF-90C5-36E2B03BE792}" sibTransId="{BE93A8FA-E191-4D0C-AAC1-60B5AE73FB21}"/>
    <dgm:cxn modelId="{62EB84B9-7DF6-4FD0-9828-2AF4D3876D91}" type="presOf" srcId="{30323DB6-95BC-4927-B1DB-A292D936A13D}" destId="{8DEBBAA6-D810-4BCB-9F00-6DF61B3AF671}" srcOrd="0" destOrd="1" presId="urn:microsoft.com/office/officeart/2018/5/layout/CenteredIconLabelDescriptionList"/>
    <dgm:cxn modelId="{DBE7FFC4-94C8-439F-BE81-6091C7CF674B}" type="presOf" srcId="{6B1F44A0-8365-41FF-B62A-2FE5C276D2B2}" destId="{18A30205-ED45-4295-96E9-B5CA8C019AEA}" srcOrd="0" destOrd="2" presId="urn:microsoft.com/office/officeart/2018/5/layout/CenteredIconLabelDescriptionList"/>
    <dgm:cxn modelId="{268743C9-1563-41F7-8D83-2A18CA420159}" srcId="{8D0BCF09-F761-45B2-92B5-074EB1C19850}" destId="{378D5D84-4B13-4861-8743-587334CF4C5E}" srcOrd="0" destOrd="0" parTransId="{7C6C1A98-325A-4252-8EA6-A8C97D67B7C8}" sibTransId="{6B1DB399-7158-4BA3-948B-876A58D0244C}"/>
    <dgm:cxn modelId="{63DA98EB-AE1C-4B86-82E8-B9676B19458C}" type="presOf" srcId="{C85347CC-22E6-4DEF-845A-467CEB1FD812}" destId="{18A30205-ED45-4295-96E9-B5CA8C019AEA}" srcOrd="0" destOrd="1" presId="urn:microsoft.com/office/officeart/2018/5/layout/CenteredIconLabelDescriptionList"/>
    <dgm:cxn modelId="{54255DC6-09DD-4756-8B27-8BA50FDC1930}" type="presParOf" srcId="{4B90C705-AE3D-46FA-A051-116F1C872D41}" destId="{6F3C3ED6-F981-4935-8D76-1C92CB37CDCF}" srcOrd="0" destOrd="0" presId="urn:microsoft.com/office/officeart/2018/5/layout/CenteredIconLabelDescriptionList"/>
    <dgm:cxn modelId="{DB73E655-7225-4392-A571-0FC9A8F29B7A}" type="presParOf" srcId="{6F3C3ED6-F981-4935-8D76-1C92CB37CDCF}" destId="{C93F3462-B495-4E2B-B8F9-7F09E98BD08D}" srcOrd="0" destOrd="0" presId="urn:microsoft.com/office/officeart/2018/5/layout/CenteredIconLabelDescriptionList"/>
    <dgm:cxn modelId="{7DDA373D-038B-41F9-96F9-F879BD61A59D}" type="presParOf" srcId="{6F3C3ED6-F981-4935-8D76-1C92CB37CDCF}" destId="{1A0A5E7B-2A23-4E4E-8AF5-2784F58E9C73}" srcOrd="1" destOrd="0" presId="urn:microsoft.com/office/officeart/2018/5/layout/CenteredIconLabelDescriptionList"/>
    <dgm:cxn modelId="{A30CDB8C-53E4-490B-8C1C-EAF98F632F86}" type="presParOf" srcId="{6F3C3ED6-F981-4935-8D76-1C92CB37CDCF}" destId="{E230276C-13BC-4846-9C0B-C3F167CDF5A8}" srcOrd="2" destOrd="0" presId="urn:microsoft.com/office/officeart/2018/5/layout/CenteredIconLabelDescriptionList"/>
    <dgm:cxn modelId="{39EB4EA1-A1BE-4B59-9AB4-3A9F4DDDE2FF}" type="presParOf" srcId="{6F3C3ED6-F981-4935-8D76-1C92CB37CDCF}" destId="{14E14394-7C01-4243-A41E-20179E8E8157}" srcOrd="3" destOrd="0" presId="urn:microsoft.com/office/officeart/2018/5/layout/CenteredIconLabelDescriptionList"/>
    <dgm:cxn modelId="{36CA9DC9-F654-42A5-B24B-F77E910641DF}" type="presParOf" srcId="{6F3C3ED6-F981-4935-8D76-1C92CB37CDCF}" destId="{8DEBBAA6-D810-4BCB-9F00-6DF61B3AF671}" srcOrd="4" destOrd="0" presId="urn:microsoft.com/office/officeart/2018/5/layout/CenteredIconLabelDescriptionList"/>
    <dgm:cxn modelId="{FF26E6B7-15F1-48F4-9AA2-CE67472C5D6E}" type="presParOf" srcId="{4B90C705-AE3D-46FA-A051-116F1C872D41}" destId="{C14A6BE3-FFDE-4273-BC38-3166F5C3022D}" srcOrd="1" destOrd="0" presId="urn:microsoft.com/office/officeart/2018/5/layout/CenteredIconLabelDescriptionList"/>
    <dgm:cxn modelId="{4A36A7DA-D7A3-4E87-81C6-1CB80B221158}" type="presParOf" srcId="{4B90C705-AE3D-46FA-A051-116F1C872D41}" destId="{1B6E9850-1D37-4776-B52B-10A251CF6CBE}" srcOrd="2" destOrd="0" presId="urn:microsoft.com/office/officeart/2018/5/layout/CenteredIconLabelDescriptionList"/>
    <dgm:cxn modelId="{37B97FF9-1200-46C7-B8D2-04D534F9F29D}" type="presParOf" srcId="{1B6E9850-1D37-4776-B52B-10A251CF6CBE}" destId="{79D371F4-EC6A-44E9-9F89-CCCC1CC32C64}" srcOrd="0" destOrd="0" presId="urn:microsoft.com/office/officeart/2018/5/layout/CenteredIconLabelDescriptionList"/>
    <dgm:cxn modelId="{9C92EB2E-8152-4F8B-A3F2-B2BB25BE8176}" type="presParOf" srcId="{1B6E9850-1D37-4776-B52B-10A251CF6CBE}" destId="{775DFFE4-18AF-4C58-A549-0250004C879C}" srcOrd="1" destOrd="0" presId="urn:microsoft.com/office/officeart/2018/5/layout/CenteredIconLabelDescriptionList"/>
    <dgm:cxn modelId="{287AA352-BA29-49DE-89AC-614077411091}" type="presParOf" srcId="{1B6E9850-1D37-4776-B52B-10A251CF6CBE}" destId="{F5F07404-3850-44D1-A3B2-DFA8B66796B4}" srcOrd="2" destOrd="0" presId="urn:microsoft.com/office/officeart/2018/5/layout/CenteredIconLabelDescriptionList"/>
    <dgm:cxn modelId="{0C321FE4-7275-4B4A-9996-4B9E6C76C3AB}" type="presParOf" srcId="{1B6E9850-1D37-4776-B52B-10A251CF6CBE}" destId="{C40E0AC8-2858-4021-9C80-480360D9FA95}" srcOrd="3" destOrd="0" presId="urn:microsoft.com/office/officeart/2018/5/layout/CenteredIconLabelDescriptionList"/>
    <dgm:cxn modelId="{6859F83B-47FD-493E-A7FC-3BD088888D1F}" type="presParOf" srcId="{1B6E9850-1D37-4776-B52B-10A251CF6CBE}" destId="{18A30205-ED45-4295-96E9-B5CA8C019AE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389FC8A-514A-40F2-B8C1-9895D772B7D8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B15B24F-3B53-407C-851D-DA91D89C808C}">
      <dgm:prSet/>
      <dgm:spPr/>
      <dgm:t>
        <a:bodyPr/>
        <a:lstStyle/>
        <a:p>
          <a:r>
            <a:rPr lang="en-US"/>
            <a:t>Mantra de Shneiderman</a:t>
          </a:r>
        </a:p>
      </dgm:t>
    </dgm:pt>
    <dgm:pt modelId="{197C5D6C-CA35-47A0-8EF4-05FC83FBD8D7}" type="parTrans" cxnId="{B9038DBF-FDC7-4981-921D-EB70306720EC}">
      <dgm:prSet/>
      <dgm:spPr/>
      <dgm:t>
        <a:bodyPr/>
        <a:lstStyle/>
        <a:p>
          <a:endParaRPr lang="en-US"/>
        </a:p>
      </dgm:t>
    </dgm:pt>
    <dgm:pt modelId="{D18388F0-11A7-4099-9A2A-3915FCEA61BD}" type="sibTrans" cxnId="{B9038DBF-FDC7-4981-921D-EB70306720EC}">
      <dgm:prSet/>
      <dgm:spPr/>
      <dgm:t>
        <a:bodyPr/>
        <a:lstStyle/>
        <a:p>
          <a:endParaRPr lang="en-US"/>
        </a:p>
      </dgm:t>
    </dgm:pt>
    <dgm:pt modelId="{6D71B241-D807-465A-ACD7-1BE713AA1F18}">
      <dgm:prSet/>
      <dgm:spPr/>
      <dgm:t>
        <a:bodyPr/>
        <a:lstStyle/>
        <a:p>
          <a:r>
            <a:rPr lang="en-US"/>
            <a:t>"Overview first, zoom and filter, then details-on-demand"</a:t>
          </a:r>
        </a:p>
      </dgm:t>
    </dgm:pt>
    <dgm:pt modelId="{46BE8E0C-47C1-4AB8-B8C0-83301E2745B1}" type="parTrans" cxnId="{B99CDEAB-26CF-4B1D-8618-0F264D646D5A}">
      <dgm:prSet/>
      <dgm:spPr/>
      <dgm:t>
        <a:bodyPr/>
        <a:lstStyle/>
        <a:p>
          <a:endParaRPr lang="en-US"/>
        </a:p>
      </dgm:t>
    </dgm:pt>
    <dgm:pt modelId="{F172E910-56C6-4B79-AA6B-5271488D7842}" type="sibTrans" cxnId="{B99CDEAB-26CF-4B1D-8618-0F264D646D5A}">
      <dgm:prSet/>
      <dgm:spPr/>
      <dgm:t>
        <a:bodyPr/>
        <a:lstStyle/>
        <a:p>
          <a:endParaRPr lang="en-US"/>
        </a:p>
      </dgm:t>
    </dgm:pt>
    <dgm:pt modelId="{8D81BCE3-ADC9-40DB-A98E-B661B7260081}">
      <dgm:prSet/>
      <dgm:spPr/>
      <dgm:t>
        <a:bodyPr/>
        <a:lstStyle/>
        <a:p>
          <a:r>
            <a:rPr lang="en-US"/>
            <a:t>1️⃣ Overview</a:t>
          </a:r>
        </a:p>
      </dgm:t>
    </dgm:pt>
    <dgm:pt modelId="{EFC686C1-E2E5-4812-8038-A7EE41578727}" type="parTrans" cxnId="{C301D4E7-AD29-40C8-99A8-524B1A6CB4D9}">
      <dgm:prSet/>
      <dgm:spPr/>
      <dgm:t>
        <a:bodyPr/>
        <a:lstStyle/>
        <a:p>
          <a:endParaRPr lang="en-US"/>
        </a:p>
      </dgm:t>
    </dgm:pt>
    <dgm:pt modelId="{4859496A-92DE-4878-9C1F-2760A7C3C1D4}" type="sibTrans" cxnId="{C301D4E7-AD29-40C8-99A8-524B1A6CB4D9}">
      <dgm:prSet/>
      <dgm:spPr/>
      <dgm:t>
        <a:bodyPr/>
        <a:lstStyle/>
        <a:p>
          <a:endParaRPr lang="en-US"/>
        </a:p>
      </dgm:t>
    </dgm:pt>
    <dgm:pt modelId="{B2D579C9-0ACA-4664-B272-F4B35001D8BF}">
      <dgm:prSet/>
      <dgm:spPr/>
      <dgm:t>
        <a:bodyPr/>
        <a:lstStyle/>
        <a:p>
          <a:r>
            <a:rPr lang="en-US"/>
            <a:t>Dashboard avec 4 vues + filtres globaux</a:t>
          </a:r>
        </a:p>
      </dgm:t>
    </dgm:pt>
    <dgm:pt modelId="{B899E33F-5E59-48B6-9AAA-3F1BEE4B8FEC}" type="parTrans" cxnId="{1D632E18-3D63-4591-A5D2-E3A3D374476E}">
      <dgm:prSet/>
      <dgm:spPr/>
      <dgm:t>
        <a:bodyPr/>
        <a:lstStyle/>
        <a:p>
          <a:endParaRPr lang="en-US"/>
        </a:p>
      </dgm:t>
    </dgm:pt>
    <dgm:pt modelId="{2B8321BF-ADE7-4868-B3BF-E846F88776D7}" type="sibTrans" cxnId="{1D632E18-3D63-4591-A5D2-E3A3D374476E}">
      <dgm:prSet/>
      <dgm:spPr/>
      <dgm:t>
        <a:bodyPr/>
        <a:lstStyle/>
        <a:p>
          <a:endParaRPr lang="en-US"/>
        </a:p>
      </dgm:t>
    </dgm:pt>
    <dgm:pt modelId="{6EC354EE-C2D8-4E96-A951-24BFA146ED24}">
      <dgm:prSet/>
      <dgm:spPr/>
      <dgm:t>
        <a:bodyPr/>
        <a:lstStyle/>
        <a:p>
          <a:r>
            <a:rPr lang="en-US"/>
            <a:t>2️⃣ Zoom &amp; Filter</a:t>
          </a:r>
        </a:p>
      </dgm:t>
    </dgm:pt>
    <dgm:pt modelId="{57986FEE-9F46-4BA6-B6E0-588AB237EBC1}" type="parTrans" cxnId="{E0F42047-3775-469C-BB0A-91665818119A}">
      <dgm:prSet/>
      <dgm:spPr/>
      <dgm:t>
        <a:bodyPr/>
        <a:lstStyle/>
        <a:p>
          <a:endParaRPr lang="en-US"/>
        </a:p>
      </dgm:t>
    </dgm:pt>
    <dgm:pt modelId="{A411789A-FEFA-4C38-97CC-24FF369EF40E}" type="sibTrans" cxnId="{E0F42047-3775-469C-BB0A-91665818119A}">
      <dgm:prSet/>
      <dgm:spPr/>
      <dgm:t>
        <a:bodyPr/>
        <a:lstStyle/>
        <a:p>
          <a:endParaRPr lang="en-US"/>
        </a:p>
      </dgm:t>
    </dgm:pt>
    <dgm:pt modelId="{DB20F1DD-74BF-438B-B222-9D59C4D6093E}">
      <dgm:prSet/>
      <dgm:spPr/>
      <dgm:t>
        <a:bodyPr/>
        <a:lstStyle/>
        <a:p>
          <a:r>
            <a:rPr lang="en-US"/>
            <a:t>Filtres multi-critères, Zoom, Animation, Comparaison</a:t>
          </a:r>
        </a:p>
      </dgm:t>
    </dgm:pt>
    <dgm:pt modelId="{A5BBDAB9-0439-446B-942C-2A7BB1B5CDE2}" type="parTrans" cxnId="{4D598AE3-7DB5-489D-A870-7312F4E8C6CF}">
      <dgm:prSet/>
      <dgm:spPr/>
      <dgm:t>
        <a:bodyPr/>
        <a:lstStyle/>
        <a:p>
          <a:endParaRPr lang="en-US"/>
        </a:p>
      </dgm:t>
    </dgm:pt>
    <dgm:pt modelId="{9EC02042-B040-4077-9E89-6B74E286F228}" type="sibTrans" cxnId="{4D598AE3-7DB5-489D-A870-7312F4E8C6CF}">
      <dgm:prSet/>
      <dgm:spPr/>
      <dgm:t>
        <a:bodyPr/>
        <a:lstStyle/>
        <a:p>
          <a:endParaRPr lang="en-US"/>
        </a:p>
      </dgm:t>
    </dgm:pt>
    <dgm:pt modelId="{25B04B01-4196-4F24-80BA-FA532BFD7413}">
      <dgm:prSet/>
      <dgm:spPr/>
      <dgm:t>
        <a:bodyPr/>
        <a:lstStyle/>
        <a:p>
          <a:r>
            <a:rPr lang="en-US"/>
            <a:t>3️⃣ Details-on-Demand</a:t>
          </a:r>
        </a:p>
      </dgm:t>
    </dgm:pt>
    <dgm:pt modelId="{0C181787-DB83-4EFE-8D19-56CB86ED0337}" type="parTrans" cxnId="{0EF1C0DC-35E4-454F-8DA4-5EF66A809EFC}">
      <dgm:prSet/>
      <dgm:spPr/>
      <dgm:t>
        <a:bodyPr/>
        <a:lstStyle/>
        <a:p>
          <a:endParaRPr lang="en-US"/>
        </a:p>
      </dgm:t>
    </dgm:pt>
    <dgm:pt modelId="{E3910380-CD3F-4A69-A7FD-C06AD2CD3350}" type="sibTrans" cxnId="{0EF1C0DC-35E4-454F-8DA4-5EF66A809EFC}">
      <dgm:prSet/>
      <dgm:spPr/>
      <dgm:t>
        <a:bodyPr/>
        <a:lstStyle/>
        <a:p>
          <a:endParaRPr lang="en-US"/>
        </a:p>
      </dgm:t>
    </dgm:pt>
    <dgm:pt modelId="{2E5B72EE-A6CB-4BF2-BD76-C55610C5D35F}">
      <dgm:prSet/>
      <dgm:spPr/>
      <dgm:t>
        <a:bodyPr/>
        <a:lstStyle/>
        <a:p>
          <a:r>
            <a:rPr lang="en-US"/>
            <a:t>Tooltips, Panels latéraux, Modals, Export</a:t>
          </a:r>
        </a:p>
      </dgm:t>
    </dgm:pt>
    <dgm:pt modelId="{2C8F709C-C072-45E5-B4E5-68D4C91DA18C}" type="parTrans" cxnId="{3EA802FD-B837-47ED-ACB1-D838CC298828}">
      <dgm:prSet/>
      <dgm:spPr/>
      <dgm:t>
        <a:bodyPr/>
        <a:lstStyle/>
        <a:p>
          <a:endParaRPr lang="en-US"/>
        </a:p>
      </dgm:t>
    </dgm:pt>
    <dgm:pt modelId="{44788F9B-5E7C-4D43-BE2F-5AFAF0C4C04D}" type="sibTrans" cxnId="{3EA802FD-B837-47ED-ACB1-D838CC298828}">
      <dgm:prSet/>
      <dgm:spPr/>
      <dgm:t>
        <a:bodyPr/>
        <a:lstStyle/>
        <a:p>
          <a:endParaRPr lang="en-US"/>
        </a:p>
      </dgm:t>
    </dgm:pt>
    <dgm:pt modelId="{8FCE9069-B3E3-49E3-807B-AF9D6ACBEEA9}" type="pres">
      <dgm:prSet presAssocID="{2389FC8A-514A-40F2-B8C1-9895D772B7D8}" presName="linear" presStyleCnt="0">
        <dgm:presLayoutVars>
          <dgm:dir/>
          <dgm:animLvl val="lvl"/>
          <dgm:resizeHandles val="exact"/>
        </dgm:presLayoutVars>
      </dgm:prSet>
      <dgm:spPr/>
    </dgm:pt>
    <dgm:pt modelId="{FC56D892-F081-4AA0-8EB5-0946A208B232}" type="pres">
      <dgm:prSet presAssocID="{FB15B24F-3B53-407C-851D-DA91D89C808C}" presName="parentLin" presStyleCnt="0"/>
      <dgm:spPr/>
    </dgm:pt>
    <dgm:pt modelId="{5451ADDE-C02F-466D-926C-82E7752FAC6B}" type="pres">
      <dgm:prSet presAssocID="{FB15B24F-3B53-407C-851D-DA91D89C808C}" presName="parentLeftMargin" presStyleLbl="node1" presStyleIdx="0" presStyleCnt="4"/>
      <dgm:spPr/>
    </dgm:pt>
    <dgm:pt modelId="{EFA0A0C0-4315-4D14-A00E-295719861E96}" type="pres">
      <dgm:prSet presAssocID="{FB15B24F-3B53-407C-851D-DA91D89C808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2E40E26-BD66-4DD8-BF6B-A0CECFA1D378}" type="pres">
      <dgm:prSet presAssocID="{FB15B24F-3B53-407C-851D-DA91D89C808C}" presName="negativeSpace" presStyleCnt="0"/>
      <dgm:spPr/>
    </dgm:pt>
    <dgm:pt modelId="{462B9E2D-5653-4EED-B018-8F6C8D174F75}" type="pres">
      <dgm:prSet presAssocID="{FB15B24F-3B53-407C-851D-DA91D89C808C}" presName="childText" presStyleLbl="conFgAcc1" presStyleIdx="0" presStyleCnt="4">
        <dgm:presLayoutVars>
          <dgm:bulletEnabled val="1"/>
        </dgm:presLayoutVars>
      </dgm:prSet>
      <dgm:spPr/>
    </dgm:pt>
    <dgm:pt modelId="{F7A1897C-51B2-4A73-B8ED-3A63C8182201}" type="pres">
      <dgm:prSet presAssocID="{D18388F0-11A7-4099-9A2A-3915FCEA61BD}" presName="spaceBetweenRectangles" presStyleCnt="0"/>
      <dgm:spPr/>
    </dgm:pt>
    <dgm:pt modelId="{7BB53045-104C-4EE4-A98A-636B2A3062D0}" type="pres">
      <dgm:prSet presAssocID="{8D81BCE3-ADC9-40DB-A98E-B661B7260081}" presName="parentLin" presStyleCnt="0"/>
      <dgm:spPr/>
    </dgm:pt>
    <dgm:pt modelId="{A689FB7A-A1A4-49FE-83EA-7F591CD3126F}" type="pres">
      <dgm:prSet presAssocID="{8D81BCE3-ADC9-40DB-A98E-B661B7260081}" presName="parentLeftMargin" presStyleLbl="node1" presStyleIdx="0" presStyleCnt="4"/>
      <dgm:spPr/>
    </dgm:pt>
    <dgm:pt modelId="{7215C76A-0BB8-4EBA-A7E0-F70B46E0ED11}" type="pres">
      <dgm:prSet presAssocID="{8D81BCE3-ADC9-40DB-A98E-B661B726008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670B462-B035-46D4-8CAB-040DD58DF18F}" type="pres">
      <dgm:prSet presAssocID="{8D81BCE3-ADC9-40DB-A98E-B661B7260081}" presName="negativeSpace" presStyleCnt="0"/>
      <dgm:spPr/>
    </dgm:pt>
    <dgm:pt modelId="{3AC224E9-0301-44C4-910B-6D9AC5078757}" type="pres">
      <dgm:prSet presAssocID="{8D81BCE3-ADC9-40DB-A98E-B661B7260081}" presName="childText" presStyleLbl="conFgAcc1" presStyleIdx="1" presStyleCnt="4">
        <dgm:presLayoutVars>
          <dgm:bulletEnabled val="1"/>
        </dgm:presLayoutVars>
      </dgm:prSet>
      <dgm:spPr/>
    </dgm:pt>
    <dgm:pt modelId="{D98C3421-7B36-4A9F-ABD3-0FBB5AC68B93}" type="pres">
      <dgm:prSet presAssocID="{4859496A-92DE-4878-9C1F-2760A7C3C1D4}" presName="spaceBetweenRectangles" presStyleCnt="0"/>
      <dgm:spPr/>
    </dgm:pt>
    <dgm:pt modelId="{BBE1CF49-7A4E-46D5-BB0B-05261D78AE06}" type="pres">
      <dgm:prSet presAssocID="{6EC354EE-C2D8-4E96-A951-24BFA146ED24}" presName="parentLin" presStyleCnt="0"/>
      <dgm:spPr/>
    </dgm:pt>
    <dgm:pt modelId="{46EE10CD-125D-42BC-BA49-9ED29FE1BF2B}" type="pres">
      <dgm:prSet presAssocID="{6EC354EE-C2D8-4E96-A951-24BFA146ED24}" presName="parentLeftMargin" presStyleLbl="node1" presStyleIdx="1" presStyleCnt="4"/>
      <dgm:spPr/>
    </dgm:pt>
    <dgm:pt modelId="{05E8D89E-91CD-423D-AE20-4839CB243C69}" type="pres">
      <dgm:prSet presAssocID="{6EC354EE-C2D8-4E96-A951-24BFA146ED2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B6309E9-BF6D-4502-9601-8CD8267A5B9B}" type="pres">
      <dgm:prSet presAssocID="{6EC354EE-C2D8-4E96-A951-24BFA146ED24}" presName="negativeSpace" presStyleCnt="0"/>
      <dgm:spPr/>
    </dgm:pt>
    <dgm:pt modelId="{AA48317A-283B-4DAE-B081-3DFDD3092A1F}" type="pres">
      <dgm:prSet presAssocID="{6EC354EE-C2D8-4E96-A951-24BFA146ED24}" presName="childText" presStyleLbl="conFgAcc1" presStyleIdx="2" presStyleCnt="4">
        <dgm:presLayoutVars>
          <dgm:bulletEnabled val="1"/>
        </dgm:presLayoutVars>
      </dgm:prSet>
      <dgm:spPr/>
    </dgm:pt>
    <dgm:pt modelId="{7B321019-0099-488D-A22B-01B0C4C2001B}" type="pres">
      <dgm:prSet presAssocID="{A411789A-FEFA-4C38-97CC-24FF369EF40E}" presName="spaceBetweenRectangles" presStyleCnt="0"/>
      <dgm:spPr/>
    </dgm:pt>
    <dgm:pt modelId="{9A5CA746-12D8-4590-A8F5-AF05B7A7DEA6}" type="pres">
      <dgm:prSet presAssocID="{25B04B01-4196-4F24-80BA-FA532BFD7413}" presName="parentLin" presStyleCnt="0"/>
      <dgm:spPr/>
    </dgm:pt>
    <dgm:pt modelId="{49049601-58E1-4091-B7C0-B00C9CB651AF}" type="pres">
      <dgm:prSet presAssocID="{25B04B01-4196-4F24-80BA-FA532BFD7413}" presName="parentLeftMargin" presStyleLbl="node1" presStyleIdx="2" presStyleCnt="4"/>
      <dgm:spPr/>
    </dgm:pt>
    <dgm:pt modelId="{C08B7FC0-F0B7-4D4F-BA2A-CC9D9AEBAB3A}" type="pres">
      <dgm:prSet presAssocID="{25B04B01-4196-4F24-80BA-FA532BFD741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62921CC-4464-4E46-B1B3-F2607AE94C9E}" type="pres">
      <dgm:prSet presAssocID="{25B04B01-4196-4F24-80BA-FA532BFD7413}" presName="negativeSpace" presStyleCnt="0"/>
      <dgm:spPr/>
    </dgm:pt>
    <dgm:pt modelId="{3E3D5AE1-BB74-4706-9131-8C45FEA1831D}" type="pres">
      <dgm:prSet presAssocID="{25B04B01-4196-4F24-80BA-FA532BFD7413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AD16413-10B9-4D37-90FE-7B659494AD3C}" type="presOf" srcId="{8D81BCE3-ADC9-40DB-A98E-B661B7260081}" destId="{7215C76A-0BB8-4EBA-A7E0-F70B46E0ED11}" srcOrd="1" destOrd="0" presId="urn:microsoft.com/office/officeart/2005/8/layout/list1"/>
    <dgm:cxn modelId="{1D632E18-3D63-4591-A5D2-E3A3D374476E}" srcId="{8D81BCE3-ADC9-40DB-A98E-B661B7260081}" destId="{B2D579C9-0ACA-4664-B272-F4B35001D8BF}" srcOrd="0" destOrd="0" parTransId="{B899E33F-5E59-48B6-9AAA-3F1BEE4B8FEC}" sibTransId="{2B8321BF-ADE7-4868-B3BF-E846F88776D7}"/>
    <dgm:cxn modelId="{2D313D37-B726-4F91-8030-1B1A0BE82554}" type="presOf" srcId="{6D71B241-D807-465A-ACD7-1BE713AA1F18}" destId="{462B9E2D-5653-4EED-B018-8F6C8D174F75}" srcOrd="0" destOrd="0" presId="urn:microsoft.com/office/officeart/2005/8/layout/list1"/>
    <dgm:cxn modelId="{81661C38-5555-4614-8DBC-0FDBD20BC4B9}" type="presOf" srcId="{6EC354EE-C2D8-4E96-A951-24BFA146ED24}" destId="{46EE10CD-125D-42BC-BA49-9ED29FE1BF2B}" srcOrd="0" destOrd="0" presId="urn:microsoft.com/office/officeart/2005/8/layout/list1"/>
    <dgm:cxn modelId="{7FFDF55F-9B5C-4180-B0D0-8A5C13448548}" type="presOf" srcId="{B2D579C9-0ACA-4664-B272-F4B35001D8BF}" destId="{3AC224E9-0301-44C4-910B-6D9AC5078757}" srcOrd="0" destOrd="0" presId="urn:microsoft.com/office/officeart/2005/8/layout/list1"/>
    <dgm:cxn modelId="{5C608542-022E-4B07-B467-7A7DE54BB5C9}" type="presOf" srcId="{2389FC8A-514A-40F2-B8C1-9895D772B7D8}" destId="{8FCE9069-B3E3-49E3-807B-AF9D6ACBEEA9}" srcOrd="0" destOrd="0" presId="urn:microsoft.com/office/officeart/2005/8/layout/list1"/>
    <dgm:cxn modelId="{BFCA5B43-19C3-4E9F-9C02-65F1F86864EA}" type="presOf" srcId="{FB15B24F-3B53-407C-851D-DA91D89C808C}" destId="{EFA0A0C0-4315-4D14-A00E-295719861E96}" srcOrd="1" destOrd="0" presId="urn:microsoft.com/office/officeart/2005/8/layout/list1"/>
    <dgm:cxn modelId="{E0F42047-3775-469C-BB0A-91665818119A}" srcId="{2389FC8A-514A-40F2-B8C1-9895D772B7D8}" destId="{6EC354EE-C2D8-4E96-A951-24BFA146ED24}" srcOrd="2" destOrd="0" parTransId="{57986FEE-9F46-4BA6-B6E0-588AB237EBC1}" sibTransId="{A411789A-FEFA-4C38-97CC-24FF369EF40E}"/>
    <dgm:cxn modelId="{81C14668-394B-44F4-A7B8-FEF97632B6B0}" type="presOf" srcId="{2E5B72EE-A6CB-4BF2-BD76-C55610C5D35F}" destId="{3E3D5AE1-BB74-4706-9131-8C45FEA1831D}" srcOrd="0" destOrd="0" presId="urn:microsoft.com/office/officeart/2005/8/layout/list1"/>
    <dgm:cxn modelId="{BBBC877D-33FA-49F3-BAFE-739196DF7F18}" type="presOf" srcId="{6EC354EE-C2D8-4E96-A951-24BFA146ED24}" destId="{05E8D89E-91CD-423D-AE20-4839CB243C69}" srcOrd="1" destOrd="0" presId="urn:microsoft.com/office/officeart/2005/8/layout/list1"/>
    <dgm:cxn modelId="{CA4EE38E-EFC3-44A0-A008-104DD90F5289}" type="presOf" srcId="{25B04B01-4196-4F24-80BA-FA532BFD7413}" destId="{49049601-58E1-4091-B7C0-B00C9CB651AF}" srcOrd="0" destOrd="0" presId="urn:microsoft.com/office/officeart/2005/8/layout/list1"/>
    <dgm:cxn modelId="{5071B6A4-66E0-4417-A9F3-2EB2A5995102}" type="presOf" srcId="{25B04B01-4196-4F24-80BA-FA532BFD7413}" destId="{C08B7FC0-F0B7-4D4F-BA2A-CC9D9AEBAB3A}" srcOrd="1" destOrd="0" presId="urn:microsoft.com/office/officeart/2005/8/layout/list1"/>
    <dgm:cxn modelId="{B99CDEAB-26CF-4B1D-8618-0F264D646D5A}" srcId="{FB15B24F-3B53-407C-851D-DA91D89C808C}" destId="{6D71B241-D807-465A-ACD7-1BE713AA1F18}" srcOrd="0" destOrd="0" parTransId="{46BE8E0C-47C1-4AB8-B8C0-83301E2745B1}" sibTransId="{F172E910-56C6-4B79-AA6B-5271488D7842}"/>
    <dgm:cxn modelId="{5BC168B3-BCB6-4E43-9C92-4EC19674B12C}" type="presOf" srcId="{DB20F1DD-74BF-438B-B222-9D59C4D6093E}" destId="{AA48317A-283B-4DAE-B081-3DFDD3092A1F}" srcOrd="0" destOrd="0" presId="urn:microsoft.com/office/officeart/2005/8/layout/list1"/>
    <dgm:cxn modelId="{D59A03B5-FA89-408B-83FF-453CA4A10928}" type="presOf" srcId="{FB15B24F-3B53-407C-851D-DA91D89C808C}" destId="{5451ADDE-C02F-466D-926C-82E7752FAC6B}" srcOrd="0" destOrd="0" presId="urn:microsoft.com/office/officeart/2005/8/layout/list1"/>
    <dgm:cxn modelId="{B88A1CB7-C6F9-4D30-B3DF-735A2348D470}" type="presOf" srcId="{8D81BCE3-ADC9-40DB-A98E-B661B7260081}" destId="{A689FB7A-A1A4-49FE-83EA-7F591CD3126F}" srcOrd="0" destOrd="0" presId="urn:microsoft.com/office/officeart/2005/8/layout/list1"/>
    <dgm:cxn modelId="{B9038DBF-FDC7-4981-921D-EB70306720EC}" srcId="{2389FC8A-514A-40F2-B8C1-9895D772B7D8}" destId="{FB15B24F-3B53-407C-851D-DA91D89C808C}" srcOrd="0" destOrd="0" parTransId="{197C5D6C-CA35-47A0-8EF4-05FC83FBD8D7}" sibTransId="{D18388F0-11A7-4099-9A2A-3915FCEA61BD}"/>
    <dgm:cxn modelId="{0EF1C0DC-35E4-454F-8DA4-5EF66A809EFC}" srcId="{2389FC8A-514A-40F2-B8C1-9895D772B7D8}" destId="{25B04B01-4196-4F24-80BA-FA532BFD7413}" srcOrd="3" destOrd="0" parTransId="{0C181787-DB83-4EFE-8D19-56CB86ED0337}" sibTransId="{E3910380-CD3F-4A69-A7FD-C06AD2CD3350}"/>
    <dgm:cxn modelId="{4D598AE3-7DB5-489D-A870-7312F4E8C6CF}" srcId="{6EC354EE-C2D8-4E96-A951-24BFA146ED24}" destId="{DB20F1DD-74BF-438B-B222-9D59C4D6093E}" srcOrd="0" destOrd="0" parTransId="{A5BBDAB9-0439-446B-942C-2A7BB1B5CDE2}" sibTransId="{9EC02042-B040-4077-9E89-6B74E286F228}"/>
    <dgm:cxn modelId="{C301D4E7-AD29-40C8-99A8-524B1A6CB4D9}" srcId="{2389FC8A-514A-40F2-B8C1-9895D772B7D8}" destId="{8D81BCE3-ADC9-40DB-A98E-B661B7260081}" srcOrd="1" destOrd="0" parTransId="{EFC686C1-E2E5-4812-8038-A7EE41578727}" sibTransId="{4859496A-92DE-4878-9C1F-2760A7C3C1D4}"/>
    <dgm:cxn modelId="{3EA802FD-B837-47ED-ACB1-D838CC298828}" srcId="{25B04B01-4196-4F24-80BA-FA532BFD7413}" destId="{2E5B72EE-A6CB-4BF2-BD76-C55610C5D35F}" srcOrd="0" destOrd="0" parTransId="{2C8F709C-C072-45E5-B4E5-68D4C91DA18C}" sibTransId="{44788F9B-5E7C-4D43-BE2F-5AFAF0C4C04D}"/>
    <dgm:cxn modelId="{5FA69EF0-C58D-4BDC-9E68-466439E01F63}" type="presParOf" srcId="{8FCE9069-B3E3-49E3-807B-AF9D6ACBEEA9}" destId="{FC56D892-F081-4AA0-8EB5-0946A208B232}" srcOrd="0" destOrd="0" presId="urn:microsoft.com/office/officeart/2005/8/layout/list1"/>
    <dgm:cxn modelId="{4B265B1C-0B09-4C0E-934B-C8158D975F9D}" type="presParOf" srcId="{FC56D892-F081-4AA0-8EB5-0946A208B232}" destId="{5451ADDE-C02F-466D-926C-82E7752FAC6B}" srcOrd="0" destOrd="0" presId="urn:microsoft.com/office/officeart/2005/8/layout/list1"/>
    <dgm:cxn modelId="{20CE8847-FEFD-4009-9249-DE9E6054F6EF}" type="presParOf" srcId="{FC56D892-F081-4AA0-8EB5-0946A208B232}" destId="{EFA0A0C0-4315-4D14-A00E-295719861E96}" srcOrd="1" destOrd="0" presId="urn:microsoft.com/office/officeart/2005/8/layout/list1"/>
    <dgm:cxn modelId="{05FF4258-C871-46E1-86DA-EF80EECB5921}" type="presParOf" srcId="{8FCE9069-B3E3-49E3-807B-AF9D6ACBEEA9}" destId="{E2E40E26-BD66-4DD8-BF6B-A0CECFA1D378}" srcOrd="1" destOrd="0" presId="urn:microsoft.com/office/officeart/2005/8/layout/list1"/>
    <dgm:cxn modelId="{E20BA47A-FA31-47A0-97B0-F0C5FEC1357F}" type="presParOf" srcId="{8FCE9069-B3E3-49E3-807B-AF9D6ACBEEA9}" destId="{462B9E2D-5653-4EED-B018-8F6C8D174F75}" srcOrd="2" destOrd="0" presId="urn:microsoft.com/office/officeart/2005/8/layout/list1"/>
    <dgm:cxn modelId="{B0473541-4BB9-4103-A5F6-9F0D108EF7F1}" type="presParOf" srcId="{8FCE9069-B3E3-49E3-807B-AF9D6ACBEEA9}" destId="{F7A1897C-51B2-4A73-B8ED-3A63C8182201}" srcOrd="3" destOrd="0" presId="urn:microsoft.com/office/officeart/2005/8/layout/list1"/>
    <dgm:cxn modelId="{AF6A6945-9AC7-4575-9227-12B4B10130B3}" type="presParOf" srcId="{8FCE9069-B3E3-49E3-807B-AF9D6ACBEEA9}" destId="{7BB53045-104C-4EE4-A98A-636B2A3062D0}" srcOrd="4" destOrd="0" presId="urn:microsoft.com/office/officeart/2005/8/layout/list1"/>
    <dgm:cxn modelId="{A63EFAF2-1AD7-401F-9723-25C56368BDD9}" type="presParOf" srcId="{7BB53045-104C-4EE4-A98A-636B2A3062D0}" destId="{A689FB7A-A1A4-49FE-83EA-7F591CD3126F}" srcOrd="0" destOrd="0" presId="urn:microsoft.com/office/officeart/2005/8/layout/list1"/>
    <dgm:cxn modelId="{2BDBC820-D2E5-4173-9A86-3E4400470649}" type="presParOf" srcId="{7BB53045-104C-4EE4-A98A-636B2A3062D0}" destId="{7215C76A-0BB8-4EBA-A7E0-F70B46E0ED11}" srcOrd="1" destOrd="0" presId="urn:microsoft.com/office/officeart/2005/8/layout/list1"/>
    <dgm:cxn modelId="{F514F2EC-1D2C-4B92-A3BF-AA4E906AFB72}" type="presParOf" srcId="{8FCE9069-B3E3-49E3-807B-AF9D6ACBEEA9}" destId="{6670B462-B035-46D4-8CAB-040DD58DF18F}" srcOrd="5" destOrd="0" presId="urn:microsoft.com/office/officeart/2005/8/layout/list1"/>
    <dgm:cxn modelId="{780B2AAD-C219-48E5-8F15-3F98E61C8C4F}" type="presParOf" srcId="{8FCE9069-B3E3-49E3-807B-AF9D6ACBEEA9}" destId="{3AC224E9-0301-44C4-910B-6D9AC5078757}" srcOrd="6" destOrd="0" presId="urn:microsoft.com/office/officeart/2005/8/layout/list1"/>
    <dgm:cxn modelId="{9058C34E-8D05-4B08-AFDC-E5871C941B60}" type="presParOf" srcId="{8FCE9069-B3E3-49E3-807B-AF9D6ACBEEA9}" destId="{D98C3421-7B36-4A9F-ABD3-0FBB5AC68B93}" srcOrd="7" destOrd="0" presId="urn:microsoft.com/office/officeart/2005/8/layout/list1"/>
    <dgm:cxn modelId="{F5925962-1FD6-4173-A6CB-1E1EE9744D6B}" type="presParOf" srcId="{8FCE9069-B3E3-49E3-807B-AF9D6ACBEEA9}" destId="{BBE1CF49-7A4E-46D5-BB0B-05261D78AE06}" srcOrd="8" destOrd="0" presId="urn:microsoft.com/office/officeart/2005/8/layout/list1"/>
    <dgm:cxn modelId="{D9AAF185-A8B7-488E-BCEE-70AD1EA5B81D}" type="presParOf" srcId="{BBE1CF49-7A4E-46D5-BB0B-05261D78AE06}" destId="{46EE10CD-125D-42BC-BA49-9ED29FE1BF2B}" srcOrd="0" destOrd="0" presId="urn:microsoft.com/office/officeart/2005/8/layout/list1"/>
    <dgm:cxn modelId="{F82ECCF4-0688-4C54-A4B6-29BCA8679A2E}" type="presParOf" srcId="{BBE1CF49-7A4E-46D5-BB0B-05261D78AE06}" destId="{05E8D89E-91CD-423D-AE20-4839CB243C69}" srcOrd="1" destOrd="0" presId="urn:microsoft.com/office/officeart/2005/8/layout/list1"/>
    <dgm:cxn modelId="{2E4CAC7B-336C-4EDC-A3C7-7D8C77F152FF}" type="presParOf" srcId="{8FCE9069-B3E3-49E3-807B-AF9D6ACBEEA9}" destId="{7B6309E9-BF6D-4502-9601-8CD8267A5B9B}" srcOrd="9" destOrd="0" presId="urn:microsoft.com/office/officeart/2005/8/layout/list1"/>
    <dgm:cxn modelId="{B9AF2320-CF30-4803-A672-69A97E6F4035}" type="presParOf" srcId="{8FCE9069-B3E3-49E3-807B-AF9D6ACBEEA9}" destId="{AA48317A-283B-4DAE-B081-3DFDD3092A1F}" srcOrd="10" destOrd="0" presId="urn:microsoft.com/office/officeart/2005/8/layout/list1"/>
    <dgm:cxn modelId="{162B0C89-BB47-4167-9F8F-1E0485841B29}" type="presParOf" srcId="{8FCE9069-B3E3-49E3-807B-AF9D6ACBEEA9}" destId="{7B321019-0099-488D-A22B-01B0C4C2001B}" srcOrd="11" destOrd="0" presId="urn:microsoft.com/office/officeart/2005/8/layout/list1"/>
    <dgm:cxn modelId="{05B8D868-16C9-4ACF-A383-D3DA8800B985}" type="presParOf" srcId="{8FCE9069-B3E3-49E3-807B-AF9D6ACBEEA9}" destId="{9A5CA746-12D8-4590-A8F5-AF05B7A7DEA6}" srcOrd="12" destOrd="0" presId="urn:microsoft.com/office/officeart/2005/8/layout/list1"/>
    <dgm:cxn modelId="{EA7B4BB1-0845-4D14-86D5-46DEAD5F104B}" type="presParOf" srcId="{9A5CA746-12D8-4590-A8F5-AF05B7A7DEA6}" destId="{49049601-58E1-4091-B7C0-B00C9CB651AF}" srcOrd="0" destOrd="0" presId="urn:microsoft.com/office/officeart/2005/8/layout/list1"/>
    <dgm:cxn modelId="{B5238E2E-3447-4701-BA6E-3294F48F2D23}" type="presParOf" srcId="{9A5CA746-12D8-4590-A8F5-AF05B7A7DEA6}" destId="{C08B7FC0-F0B7-4D4F-BA2A-CC9D9AEBAB3A}" srcOrd="1" destOrd="0" presId="urn:microsoft.com/office/officeart/2005/8/layout/list1"/>
    <dgm:cxn modelId="{59410696-58EC-419B-B600-ACB3D97B9776}" type="presParOf" srcId="{8FCE9069-B3E3-49E3-807B-AF9D6ACBEEA9}" destId="{B62921CC-4464-4E46-B1B3-F2607AE94C9E}" srcOrd="13" destOrd="0" presId="urn:microsoft.com/office/officeart/2005/8/layout/list1"/>
    <dgm:cxn modelId="{5A4891D8-1525-47D6-9FD0-A15F23B33A0A}" type="presParOf" srcId="{8FCE9069-B3E3-49E3-807B-AF9D6ACBEEA9}" destId="{3E3D5AE1-BB74-4706-9131-8C45FEA1831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E969E07-8EEC-4B88-8374-94C729204641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ED66BA-5481-4D78-840F-41AF61E48D1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 err="1"/>
            <a:t>Objectifs</a:t>
          </a:r>
          <a:r>
            <a:rPr lang="en-US" dirty="0"/>
            <a:t> </a:t>
          </a:r>
          <a:r>
            <a:rPr lang="en-US" dirty="0" err="1"/>
            <a:t>Atteints</a:t>
          </a:r>
          <a:r>
            <a:rPr lang="en-US" dirty="0"/>
            <a:t> </a:t>
          </a:r>
        </a:p>
      </dgm:t>
    </dgm:pt>
    <dgm:pt modelId="{61E56264-D44A-4134-B096-0E1ABC187FDD}" type="parTrans" cxnId="{E1ABE2EE-4352-45DF-A4F2-E87FF5F7A709}">
      <dgm:prSet/>
      <dgm:spPr/>
      <dgm:t>
        <a:bodyPr/>
        <a:lstStyle/>
        <a:p>
          <a:endParaRPr lang="en-US"/>
        </a:p>
      </dgm:t>
    </dgm:pt>
    <dgm:pt modelId="{D681A8E5-6674-47CB-829A-48096328C1C0}" type="sibTrans" cxnId="{E1ABE2EE-4352-45DF-A4F2-E87FF5F7A709}">
      <dgm:prSet/>
      <dgm:spPr/>
      <dgm:t>
        <a:bodyPr/>
        <a:lstStyle/>
        <a:p>
          <a:endParaRPr lang="en-US"/>
        </a:p>
      </dgm:t>
    </dgm:pt>
    <dgm:pt modelId="{6F1AAF5F-E587-45F0-86F2-7362CB8323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Pipeline complet (données → visualisation)</a:t>
          </a:r>
        </a:p>
      </dgm:t>
    </dgm:pt>
    <dgm:pt modelId="{E5EBCABB-78C2-40BB-8033-55DAB31BE8BE}" type="parTrans" cxnId="{A4D1872B-EF36-4C8A-BAF1-1EB5299E8F08}">
      <dgm:prSet/>
      <dgm:spPr/>
      <dgm:t>
        <a:bodyPr/>
        <a:lstStyle/>
        <a:p>
          <a:endParaRPr lang="en-US"/>
        </a:p>
      </dgm:t>
    </dgm:pt>
    <dgm:pt modelId="{0D5F4E45-2E86-4830-9BF8-CEBA80654B2C}" type="sibTrans" cxnId="{A4D1872B-EF36-4C8A-BAF1-1EB5299E8F08}">
      <dgm:prSet/>
      <dgm:spPr/>
      <dgm:t>
        <a:bodyPr/>
        <a:lstStyle/>
        <a:p>
          <a:endParaRPr lang="en-US"/>
        </a:p>
      </dgm:t>
    </dgm:pt>
    <dgm:pt modelId="{3C84BC99-C0B4-48FF-BDEC-7BAD6B5F14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4 visualisations D3.js (1 par étudiant)</a:t>
          </a:r>
        </a:p>
      </dgm:t>
    </dgm:pt>
    <dgm:pt modelId="{CB944345-3A83-4CB3-B06C-97296AC1DE1C}" type="parTrans" cxnId="{89CD8535-3230-4130-8E37-70B68F12A52D}">
      <dgm:prSet/>
      <dgm:spPr/>
      <dgm:t>
        <a:bodyPr/>
        <a:lstStyle/>
        <a:p>
          <a:endParaRPr lang="en-US"/>
        </a:p>
      </dgm:t>
    </dgm:pt>
    <dgm:pt modelId="{DD846740-8E2E-41CF-83FB-98EBB00E4868}" type="sibTrans" cxnId="{89CD8535-3230-4130-8E37-70B68F12A52D}">
      <dgm:prSet/>
      <dgm:spPr/>
      <dgm:t>
        <a:bodyPr/>
        <a:lstStyle/>
        <a:p>
          <a:endParaRPr lang="en-US"/>
        </a:p>
      </dgm:t>
    </dgm:pt>
    <dgm:pt modelId="{BA266D4C-8EC5-4590-80A3-E0C1305A7B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Overview + Details implémenté</a:t>
          </a:r>
        </a:p>
      </dgm:t>
    </dgm:pt>
    <dgm:pt modelId="{1AF7BDB6-7C50-4F7C-8805-B9DF936D561C}" type="parTrans" cxnId="{63CFDA4A-469A-495B-B827-BCDD145C6603}">
      <dgm:prSet/>
      <dgm:spPr/>
      <dgm:t>
        <a:bodyPr/>
        <a:lstStyle/>
        <a:p>
          <a:endParaRPr lang="en-US"/>
        </a:p>
      </dgm:t>
    </dgm:pt>
    <dgm:pt modelId="{6867CC57-AA9E-4262-A824-F3B67A41E1E1}" type="sibTrans" cxnId="{63CFDA4A-469A-495B-B827-BCDD145C6603}">
      <dgm:prSet/>
      <dgm:spPr/>
      <dgm:t>
        <a:bodyPr/>
        <a:lstStyle/>
        <a:p>
          <a:endParaRPr lang="en-US"/>
        </a:p>
      </dgm:t>
    </dgm:pt>
    <dgm:pt modelId="{83EE76A7-04DA-4438-AFDE-6D3B3DC290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Interactions riches (filtres, zoom, animations)</a:t>
          </a:r>
        </a:p>
      </dgm:t>
    </dgm:pt>
    <dgm:pt modelId="{BFF92214-0634-4FC1-A70A-6C8076748EE7}" type="parTrans" cxnId="{DAE3BBC2-3E73-455D-8EF0-98B19C2BE7A0}">
      <dgm:prSet/>
      <dgm:spPr/>
      <dgm:t>
        <a:bodyPr/>
        <a:lstStyle/>
        <a:p>
          <a:endParaRPr lang="en-US"/>
        </a:p>
      </dgm:t>
    </dgm:pt>
    <dgm:pt modelId="{2C60B4A4-75E8-4033-AC0E-EE21113765C8}" type="sibTrans" cxnId="{DAE3BBC2-3E73-455D-8EF0-98B19C2BE7A0}">
      <dgm:prSet/>
      <dgm:spPr/>
      <dgm:t>
        <a:bodyPr/>
        <a:lstStyle/>
        <a:p>
          <a:endParaRPr lang="en-US"/>
        </a:p>
      </dgm:t>
    </dgm:pt>
    <dgm:pt modelId="{02583EBC-820D-4462-9C91-EA44BA0B6F6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Résultats</a:t>
          </a:r>
        </a:p>
      </dgm:t>
    </dgm:pt>
    <dgm:pt modelId="{5004B3CD-CDA8-4271-9F60-2A14F6B3C965}" type="parTrans" cxnId="{5D5379AB-B5CB-47EE-84F2-7DC9CD22BBBC}">
      <dgm:prSet/>
      <dgm:spPr/>
      <dgm:t>
        <a:bodyPr/>
        <a:lstStyle/>
        <a:p>
          <a:endParaRPr lang="en-US"/>
        </a:p>
      </dgm:t>
    </dgm:pt>
    <dgm:pt modelId="{922CA676-1F81-4B4D-8985-FA7137EA6312}" type="sibTrans" cxnId="{5D5379AB-B5CB-47EE-84F2-7DC9CD22BBBC}">
      <dgm:prSet/>
      <dgm:spPr/>
      <dgm:t>
        <a:bodyPr/>
        <a:lstStyle/>
        <a:p>
          <a:endParaRPr lang="en-US"/>
        </a:p>
      </dgm:t>
    </dgm:pt>
    <dgm:pt modelId="{59EF9FD5-4ACA-46F8-B8B4-72215AEDC0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Un outil d'exploration permettant de découvrir 80 ans d'histoire du cinéma mondial</a:t>
          </a:r>
          <a:endParaRPr lang="en-US"/>
        </a:p>
      </dgm:t>
    </dgm:pt>
    <dgm:pt modelId="{33FEE2EF-054C-44ED-B3BB-11DC4E940AD6}" type="parTrans" cxnId="{9D17257B-51F3-4387-9DE1-A1A1975A5A0C}">
      <dgm:prSet/>
      <dgm:spPr/>
      <dgm:t>
        <a:bodyPr/>
        <a:lstStyle/>
        <a:p>
          <a:endParaRPr lang="en-US"/>
        </a:p>
      </dgm:t>
    </dgm:pt>
    <dgm:pt modelId="{804FC183-F80A-4786-81B1-80F51313F581}" type="sibTrans" cxnId="{9D17257B-51F3-4387-9DE1-A1A1975A5A0C}">
      <dgm:prSet/>
      <dgm:spPr/>
      <dgm:t>
        <a:bodyPr/>
        <a:lstStyle/>
        <a:p>
          <a:endParaRPr lang="en-US"/>
        </a:p>
      </dgm:t>
    </dgm:pt>
    <dgm:pt modelId="{204BD18A-A651-435E-BBF9-E2394146A365}" type="pres">
      <dgm:prSet presAssocID="{DE969E07-8EEC-4B88-8374-94C729204641}" presName="root" presStyleCnt="0">
        <dgm:presLayoutVars>
          <dgm:dir/>
          <dgm:resizeHandles val="exact"/>
        </dgm:presLayoutVars>
      </dgm:prSet>
      <dgm:spPr/>
    </dgm:pt>
    <dgm:pt modelId="{1ECE0D7A-B5BB-40AF-8D47-81D525E89723}" type="pres">
      <dgm:prSet presAssocID="{6AED66BA-5481-4D78-840F-41AF61E48D12}" presName="compNode" presStyleCnt="0"/>
      <dgm:spPr/>
    </dgm:pt>
    <dgm:pt modelId="{7A53D094-CE57-474F-BE49-B63424A777C5}" type="pres">
      <dgm:prSet presAssocID="{6AED66BA-5481-4D78-840F-41AF61E48D1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DFF086B8-08D7-40C3-BBA0-464C1EE6DB49}" type="pres">
      <dgm:prSet presAssocID="{6AED66BA-5481-4D78-840F-41AF61E48D12}" presName="iconSpace" presStyleCnt="0"/>
      <dgm:spPr/>
    </dgm:pt>
    <dgm:pt modelId="{B9E9F351-0D78-49BC-8032-C03A81120AA6}" type="pres">
      <dgm:prSet presAssocID="{6AED66BA-5481-4D78-840F-41AF61E48D12}" presName="parTx" presStyleLbl="revTx" presStyleIdx="0" presStyleCnt="4">
        <dgm:presLayoutVars>
          <dgm:chMax val="0"/>
          <dgm:chPref val="0"/>
        </dgm:presLayoutVars>
      </dgm:prSet>
      <dgm:spPr/>
    </dgm:pt>
    <dgm:pt modelId="{CB6593DD-AB1E-4558-B3CC-8671E6863151}" type="pres">
      <dgm:prSet presAssocID="{6AED66BA-5481-4D78-840F-41AF61E48D12}" presName="txSpace" presStyleCnt="0"/>
      <dgm:spPr/>
    </dgm:pt>
    <dgm:pt modelId="{1ECD415D-436E-4C97-9434-BACC3EDD2C5F}" type="pres">
      <dgm:prSet presAssocID="{6AED66BA-5481-4D78-840F-41AF61E48D12}" presName="desTx" presStyleLbl="revTx" presStyleIdx="1" presStyleCnt="4">
        <dgm:presLayoutVars/>
      </dgm:prSet>
      <dgm:spPr/>
    </dgm:pt>
    <dgm:pt modelId="{715DEEEC-D674-482F-A714-AB6F99FB5065}" type="pres">
      <dgm:prSet presAssocID="{D681A8E5-6674-47CB-829A-48096328C1C0}" presName="sibTrans" presStyleCnt="0"/>
      <dgm:spPr/>
    </dgm:pt>
    <dgm:pt modelId="{5CFD4E6E-9DAD-4CDD-BC48-C8CF23C5C7C4}" type="pres">
      <dgm:prSet presAssocID="{02583EBC-820D-4462-9C91-EA44BA0B6F6F}" presName="compNode" presStyleCnt="0"/>
      <dgm:spPr/>
    </dgm:pt>
    <dgm:pt modelId="{576E6BC2-0E52-493F-9BA0-F322E7E1DB28}" type="pres">
      <dgm:prSet presAssocID="{02583EBC-820D-4462-9C91-EA44BA0B6F6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24890604-2A00-4B70-AB07-AF53BC3DD34D}" type="pres">
      <dgm:prSet presAssocID="{02583EBC-820D-4462-9C91-EA44BA0B6F6F}" presName="iconSpace" presStyleCnt="0"/>
      <dgm:spPr/>
    </dgm:pt>
    <dgm:pt modelId="{70A6487E-3F24-4A6A-8954-572F5F08A2B7}" type="pres">
      <dgm:prSet presAssocID="{02583EBC-820D-4462-9C91-EA44BA0B6F6F}" presName="parTx" presStyleLbl="revTx" presStyleIdx="2" presStyleCnt="4">
        <dgm:presLayoutVars>
          <dgm:chMax val="0"/>
          <dgm:chPref val="0"/>
        </dgm:presLayoutVars>
      </dgm:prSet>
      <dgm:spPr/>
    </dgm:pt>
    <dgm:pt modelId="{34A71C81-5584-4BA9-85D8-81D0497292DA}" type="pres">
      <dgm:prSet presAssocID="{02583EBC-820D-4462-9C91-EA44BA0B6F6F}" presName="txSpace" presStyleCnt="0"/>
      <dgm:spPr/>
    </dgm:pt>
    <dgm:pt modelId="{58209B6E-D7BF-44AB-8CC9-F9426C7A6373}" type="pres">
      <dgm:prSet presAssocID="{02583EBC-820D-4462-9C91-EA44BA0B6F6F}" presName="desTx" presStyleLbl="revTx" presStyleIdx="3" presStyleCnt="4">
        <dgm:presLayoutVars/>
      </dgm:prSet>
      <dgm:spPr/>
    </dgm:pt>
  </dgm:ptLst>
  <dgm:cxnLst>
    <dgm:cxn modelId="{F39F3D15-6242-446D-BC90-2B27C1C105ED}" type="presOf" srcId="{3C84BC99-C0B4-48FF-BDEC-7BAD6B5F149D}" destId="{1ECD415D-436E-4C97-9434-BACC3EDD2C5F}" srcOrd="0" destOrd="1" presId="urn:microsoft.com/office/officeart/2018/2/layout/IconLabelDescriptionList"/>
    <dgm:cxn modelId="{5B359E16-0E93-4866-A1A7-BA748B1F3E12}" type="presOf" srcId="{83EE76A7-04DA-4438-AFDE-6D3B3DC290A8}" destId="{1ECD415D-436E-4C97-9434-BACC3EDD2C5F}" srcOrd="0" destOrd="3" presId="urn:microsoft.com/office/officeart/2018/2/layout/IconLabelDescriptionList"/>
    <dgm:cxn modelId="{A4D1872B-EF36-4C8A-BAF1-1EB5299E8F08}" srcId="{6AED66BA-5481-4D78-840F-41AF61E48D12}" destId="{6F1AAF5F-E587-45F0-86F2-7362CB8323D9}" srcOrd="0" destOrd="0" parTransId="{E5EBCABB-78C2-40BB-8033-55DAB31BE8BE}" sibTransId="{0D5F4E45-2E86-4830-9BF8-CEBA80654B2C}"/>
    <dgm:cxn modelId="{89CD8535-3230-4130-8E37-70B68F12A52D}" srcId="{6AED66BA-5481-4D78-840F-41AF61E48D12}" destId="{3C84BC99-C0B4-48FF-BDEC-7BAD6B5F149D}" srcOrd="1" destOrd="0" parTransId="{CB944345-3A83-4CB3-B06C-97296AC1DE1C}" sibTransId="{DD846740-8E2E-41CF-83FB-98EBB00E4868}"/>
    <dgm:cxn modelId="{9848BA38-2914-49D6-B965-4BC7F5C0DC97}" type="presOf" srcId="{59EF9FD5-4ACA-46F8-B8B4-72215AEDC0E3}" destId="{58209B6E-D7BF-44AB-8CC9-F9426C7A6373}" srcOrd="0" destOrd="0" presId="urn:microsoft.com/office/officeart/2018/2/layout/IconLabelDescriptionList"/>
    <dgm:cxn modelId="{E5E9C238-E467-4AB3-945E-8E089683FE49}" type="presOf" srcId="{BA266D4C-8EC5-4590-80A3-E0C1305A7B36}" destId="{1ECD415D-436E-4C97-9434-BACC3EDD2C5F}" srcOrd="0" destOrd="2" presId="urn:microsoft.com/office/officeart/2018/2/layout/IconLabelDescriptionList"/>
    <dgm:cxn modelId="{6230B76A-6F71-4540-B41E-C2DF8E5B4511}" type="presOf" srcId="{02583EBC-820D-4462-9C91-EA44BA0B6F6F}" destId="{70A6487E-3F24-4A6A-8954-572F5F08A2B7}" srcOrd="0" destOrd="0" presId="urn:microsoft.com/office/officeart/2018/2/layout/IconLabelDescriptionList"/>
    <dgm:cxn modelId="{46BACF4A-96E3-4A18-AE04-BC7624FBA47B}" type="presOf" srcId="{6AED66BA-5481-4D78-840F-41AF61E48D12}" destId="{B9E9F351-0D78-49BC-8032-C03A81120AA6}" srcOrd="0" destOrd="0" presId="urn:microsoft.com/office/officeart/2018/2/layout/IconLabelDescriptionList"/>
    <dgm:cxn modelId="{63CFDA4A-469A-495B-B827-BCDD145C6603}" srcId="{6AED66BA-5481-4D78-840F-41AF61E48D12}" destId="{BA266D4C-8EC5-4590-80A3-E0C1305A7B36}" srcOrd="2" destOrd="0" parTransId="{1AF7BDB6-7C50-4F7C-8805-B9DF936D561C}" sibTransId="{6867CC57-AA9E-4262-A824-F3B67A41E1E1}"/>
    <dgm:cxn modelId="{9D17257B-51F3-4387-9DE1-A1A1975A5A0C}" srcId="{02583EBC-820D-4462-9C91-EA44BA0B6F6F}" destId="{59EF9FD5-4ACA-46F8-B8B4-72215AEDC0E3}" srcOrd="0" destOrd="0" parTransId="{33FEE2EF-054C-44ED-B3BB-11DC4E940AD6}" sibTransId="{804FC183-F80A-4786-81B1-80F51313F581}"/>
    <dgm:cxn modelId="{5D5379AB-B5CB-47EE-84F2-7DC9CD22BBBC}" srcId="{DE969E07-8EEC-4B88-8374-94C729204641}" destId="{02583EBC-820D-4462-9C91-EA44BA0B6F6F}" srcOrd="1" destOrd="0" parTransId="{5004B3CD-CDA8-4271-9F60-2A14F6B3C965}" sibTransId="{922CA676-1F81-4B4D-8985-FA7137EA6312}"/>
    <dgm:cxn modelId="{A3DB17B8-B973-4F7B-9E83-CEE6DFEC2CF6}" type="presOf" srcId="{6F1AAF5F-E587-45F0-86F2-7362CB8323D9}" destId="{1ECD415D-436E-4C97-9434-BACC3EDD2C5F}" srcOrd="0" destOrd="0" presId="urn:microsoft.com/office/officeart/2018/2/layout/IconLabelDescriptionList"/>
    <dgm:cxn modelId="{DAE3BBC2-3E73-455D-8EF0-98B19C2BE7A0}" srcId="{6AED66BA-5481-4D78-840F-41AF61E48D12}" destId="{83EE76A7-04DA-4438-AFDE-6D3B3DC290A8}" srcOrd="3" destOrd="0" parTransId="{BFF92214-0634-4FC1-A70A-6C8076748EE7}" sibTransId="{2C60B4A4-75E8-4033-AC0E-EE21113765C8}"/>
    <dgm:cxn modelId="{E1ABE2EE-4352-45DF-A4F2-E87FF5F7A709}" srcId="{DE969E07-8EEC-4B88-8374-94C729204641}" destId="{6AED66BA-5481-4D78-840F-41AF61E48D12}" srcOrd="0" destOrd="0" parTransId="{61E56264-D44A-4134-B096-0E1ABC187FDD}" sibTransId="{D681A8E5-6674-47CB-829A-48096328C1C0}"/>
    <dgm:cxn modelId="{BA3412F9-87B0-44A5-95EB-0352A905A8D5}" type="presOf" srcId="{DE969E07-8EEC-4B88-8374-94C729204641}" destId="{204BD18A-A651-435E-BBF9-E2394146A365}" srcOrd="0" destOrd="0" presId="urn:microsoft.com/office/officeart/2018/2/layout/IconLabelDescriptionList"/>
    <dgm:cxn modelId="{A7B3A8AB-EA78-42DA-A431-6A6646DA7AC3}" type="presParOf" srcId="{204BD18A-A651-435E-BBF9-E2394146A365}" destId="{1ECE0D7A-B5BB-40AF-8D47-81D525E89723}" srcOrd="0" destOrd="0" presId="urn:microsoft.com/office/officeart/2018/2/layout/IconLabelDescriptionList"/>
    <dgm:cxn modelId="{8CCCC277-3400-4494-B8DD-808DC6CCC02C}" type="presParOf" srcId="{1ECE0D7A-B5BB-40AF-8D47-81D525E89723}" destId="{7A53D094-CE57-474F-BE49-B63424A777C5}" srcOrd="0" destOrd="0" presId="urn:microsoft.com/office/officeart/2018/2/layout/IconLabelDescriptionList"/>
    <dgm:cxn modelId="{A9B7E4EF-BE83-4C4D-97BC-CEDD5BDE7650}" type="presParOf" srcId="{1ECE0D7A-B5BB-40AF-8D47-81D525E89723}" destId="{DFF086B8-08D7-40C3-BBA0-464C1EE6DB49}" srcOrd="1" destOrd="0" presId="urn:microsoft.com/office/officeart/2018/2/layout/IconLabelDescriptionList"/>
    <dgm:cxn modelId="{2AB7FE54-FCB7-4132-9FBC-AF32A87E0273}" type="presParOf" srcId="{1ECE0D7A-B5BB-40AF-8D47-81D525E89723}" destId="{B9E9F351-0D78-49BC-8032-C03A81120AA6}" srcOrd="2" destOrd="0" presId="urn:microsoft.com/office/officeart/2018/2/layout/IconLabelDescriptionList"/>
    <dgm:cxn modelId="{84D9BF3E-92D0-4AB9-9E3D-67730AC824CB}" type="presParOf" srcId="{1ECE0D7A-B5BB-40AF-8D47-81D525E89723}" destId="{CB6593DD-AB1E-4558-B3CC-8671E6863151}" srcOrd="3" destOrd="0" presId="urn:microsoft.com/office/officeart/2018/2/layout/IconLabelDescriptionList"/>
    <dgm:cxn modelId="{3C5196AD-C642-4609-99B2-50DDC7F0B9D4}" type="presParOf" srcId="{1ECE0D7A-B5BB-40AF-8D47-81D525E89723}" destId="{1ECD415D-436E-4C97-9434-BACC3EDD2C5F}" srcOrd="4" destOrd="0" presId="urn:microsoft.com/office/officeart/2018/2/layout/IconLabelDescriptionList"/>
    <dgm:cxn modelId="{0385E258-06D6-49B0-BD3E-C083E90C6B12}" type="presParOf" srcId="{204BD18A-A651-435E-BBF9-E2394146A365}" destId="{715DEEEC-D674-482F-A714-AB6F99FB5065}" srcOrd="1" destOrd="0" presId="urn:microsoft.com/office/officeart/2018/2/layout/IconLabelDescriptionList"/>
    <dgm:cxn modelId="{1201E5E7-C305-48D5-A04B-CCE99BED94D9}" type="presParOf" srcId="{204BD18A-A651-435E-BBF9-E2394146A365}" destId="{5CFD4E6E-9DAD-4CDD-BC48-C8CF23C5C7C4}" srcOrd="2" destOrd="0" presId="urn:microsoft.com/office/officeart/2018/2/layout/IconLabelDescriptionList"/>
    <dgm:cxn modelId="{6AA4E168-F3E5-4165-A9B3-DD50345315F8}" type="presParOf" srcId="{5CFD4E6E-9DAD-4CDD-BC48-C8CF23C5C7C4}" destId="{576E6BC2-0E52-493F-9BA0-F322E7E1DB28}" srcOrd="0" destOrd="0" presId="urn:microsoft.com/office/officeart/2018/2/layout/IconLabelDescriptionList"/>
    <dgm:cxn modelId="{39D49938-997E-42FD-99E8-90721C02B20C}" type="presParOf" srcId="{5CFD4E6E-9DAD-4CDD-BC48-C8CF23C5C7C4}" destId="{24890604-2A00-4B70-AB07-AF53BC3DD34D}" srcOrd="1" destOrd="0" presId="urn:microsoft.com/office/officeart/2018/2/layout/IconLabelDescriptionList"/>
    <dgm:cxn modelId="{F38308A3-773C-4B11-A97C-1D11587599D4}" type="presParOf" srcId="{5CFD4E6E-9DAD-4CDD-BC48-C8CF23C5C7C4}" destId="{70A6487E-3F24-4A6A-8954-572F5F08A2B7}" srcOrd="2" destOrd="0" presId="urn:microsoft.com/office/officeart/2018/2/layout/IconLabelDescriptionList"/>
    <dgm:cxn modelId="{F6A8AAE5-50C9-4DEF-B971-4547BCA3E3C3}" type="presParOf" srcId="{5CFD4E6E-9DAD-4CDD-BC48-C8CF23C5C7C4}" destId="{34A71C81-5584-4BA9-85D8-81D0497292DA}" srcOrd="3" destOrd="0" presId="urn:microsoft.com/office/officeart/2018/2/layout/IconLabelDescriptionList"/>
    <dgm:cxn modelId="{673B4BEE-2960-42F3-8330-C38D22FBE8D0}" type="presParOf" srcId="{5CFD4E6E-9DAD-4CDD-BC48-C8CF23C5C7C4}" destId="{58209B6E-D7BF-44AB-8CC9-F9426C7A6373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1DAF01-2708-4D38-9F25-23D2175385C5}">
      <dsp:nvSpPr>
        <dsp:cNvPr id="0" name=""/>
        <dsp:cNvSpPr/>
      </dsp:nvSpPr>
      <dsp:spPr>
        <a:xfrm>
          <a:off x="9447" y="554734"/>
          <a:ext cx="2550671" cy="76520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560" tIns="201560" rIns="201560" bIns="20156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Dataset</a:t>
          </a:r>
        </a:p>
      </dsp:txBody>
      <dsp:txXfrm>
        <a:off x="9447" y="554734"/>
        <a:ext cx="2550671" cy="765201"/>
      </dsp:txXfrm>
    </dsp:sp>
    <dsp:sp modelId="{31D0FC5E-9BEF-4223-A801-D29F886EB6FE}">
      <dsp:nvSpPr>
        <dsp:cNvPr id="0" name=""/>
        <dsp:cNvSpPr/>
      </dsp:nvSpPr>
      <dsp:spPr>
        <a:xfrm>
          <a:off x="9447" y="1319936"/>
          <a:ext cx="2550671" cy="207420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950" tIns="251950" rIns="251950" bIns="25195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17,000+ films et séries (1945-2025)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80+ genres, 90+ pays, 7 régions</a:t>
          </a:r>
        </a:p>
      </dsp:txBody>
      <dsp:txXfrm>
        <a:off x="9447" y="1319936"/>
        <a:ext cx="2550671" cy="2074204"/>
      </dsp:txXfrm>
    </dsp:sp>
    <dsp:sp modelId="{010F24B0-F740-46D7-BBD7-9B158DD8E9A1}">
      <dsp:nvSpPr>
        <dsp:cNvPr id="0" name=""/>
        <dsp:cNvSpPr/>
      </dsp:nvSpPr>
      <dsp:spPr>
        <a:xfrm>
          <a:off x="2668014" y="554734"/>
          <a:ext cx="2550671" cy="765201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560" tIns="201560" rIns="201560" bIns="20156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Technologies</a:t>
          </a:r>
        </a:p>
      </dsp:txBody>
      <dsp:txXfrm>
        <a:off x="2668014" y="554734"/>
        <a:ext cx="2550671" cy="765201"/>
      </dsp:txXfrm>
    </dsp:sp>
    <dsp:sp modelId="{87F1BC3A-9793-41BD-BA5D-D870E2094FDE}">
      <dsp:nvSpPr>
        <dsp:cNvPr id="0" name=""/>
        <dsp:cNvSpPr/>
      </dsp:nvSpPr>
      <dsp:spPr>
        <a:xfrm>
          <a:off x="2668014" y="1319936"/>
          <a:ext cx="2550671" cy="2074204"/>
        </a:xfrm>
        <a:prstGeom prst="rect">
          <a:avLst/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950" tIns="251950" rIns="251950" bIns="25195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D3.js v7 (visualisations)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Python (prétraitement)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Bootstrap (interface)</a:t>
          </a:r>
        </a:p>
      </dsp:txBody>
      <dsp:txXfrm>
        <a:off x="2668014" y="1319936"/>
        <a:ext cx="2550671" cy="2074204"/>
      </dsp:txXfrm>
    </dsp:sp>
    <dsp:sp modelId="{0BACA27B-4E1F-4A20-B523-E8AA737835A1}">
      <dsp:nvSpPr>
        <dsp:cNvPr id="0" name=""/>
        <dsp:cNvSpPr/>
      </dsp:nvSpPr>
      <dsp:spPr>
        <a:xfrm>
          <a:off x="5326580" y="554734"/>
          <a:ext cx="2550671" cy="765201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560" tIns="201560" rIns="201560" bIns="20156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Objectif</a:t>
          </a:r>
        </a:p>
      </dsp:txBody>
      <dsp:txXfrm>
        <a:off x="5326580" y="554734"/>
        <a:ext cx="2550671" cy="765201"/>
      </dsp:txXfrm>
    </dsp:sp>
    <dsp:sp modelId="{FE251E80-4E95-4F51-AD4B-D991743CFFE2}">
      <dsp:nvSpPr>
        <dsp:cNvPr id="0" name=""/>
        <dsp:cNvSpPr/>
      </dsp:nvSpPr>
      <dsp:spPr>
        <a:xfrm>
          <a:off x="5326580" y="1319936"/>
          <a:ext cx="2550671" cy="2074204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950" tIns="251950" rIns="251950" bIns="25195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Explorer 80 ans d'histoire du cinéma à travers 4 visualisations interactives</a:t>
          </a:r>
        </a:p>
      </dsp:txBody>
      <dsp:txXfrm>
        <a:off x="5326580" y="1319936"/>
        <a:ext cx="2550671" cy="20742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FB7459-071A-4779-A7BD-F66402702C34}">
      <dsp:nvSpPr>
        <dsp:cNvPr id="0" name=""/>
        <dsp:cNvSpPr/>
      </dsp:nvSpPr>
      <dsp:spPr>
        <a:xfrm>
          <a:off x="0" y="102090"/>
          <a:ext cx="5175384" cy="5756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Du Raw Data aux Variables Visuelles</a:t>
          </a:r>
        </a:p>
      </dsp:txBody>
      <dsp:txXfrm>
        <a:off x="28100" y="130190"/>
        <a:ext cx="5119184" cy="519439"/>
      </dsp:txXfrm>
    </dsp:sp>
    <dsp:sp modelId="{12695FE2-A1B6-42CD-90BB-9BD06BDD1660}">
      <dsp:nvSpPr>
        <dsp:cNvPr id="0" name=""/>
        <dsp:cNvSpPr/>
      </dsp:nvSpPr>
      <dsp:spPr>
        <a:xfrm>
          <a:off x="0" y="746850"/>
          <a:ext cx="5175384" cy="575639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1. DONNÉES BRUTES</a:t>
          </a:r>
        </a:p>
      </dsp:txBody>
      <dsp:txXfrm>
        <a:off x="28100" y="774950"/>
        <a:ext cx="5119184" cy="519439"/>
      </dsp:txXfrm>
    </dsp:sp>
    <dsp:sp modelId="{A7F25917-608A-4B6A-976B-FAAA61537662}">
      <dsp:nvSpPr>
        <dsp:cNvPr id="0" name=""/>
        <dsp:cNvSpPr/>
      </dsp:nvSpPr>
      <dsp:spPr>
        <a:xfrm>
          <a:off x="0" y="1322490"/>
          <a:ext cx="5175384" cy="596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1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titles.csv → 17,000 lignes, codes pays, listes genres</a:t>
          </a:r>
        </a:p>
      </dsp:txBody>
      <dsp:txXfrm>
        <a:off x="0" y="1322490"/>
        <a:ext cx="5175384" cy="596160"/>
      </dsp:txXfrm>
    </dsp:sp>
    <dsp:sp modelId="{47027A8C-3923-4E3C-96FB-391A73C28CBA}">
      <dsp:nvSpPr>
        <dsp:cNvPr id="0" name=""/>
        <dsp:cNvSpPr/>
      </dsp:nvSpPr>
      <dsp:spPr>
        <a:xfrm>
          <a:off x="0" y="1918650"/>
          <a:ext cx="5175384" cy="575639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2. TRANSFORMATION (Python/pandas)</a:t>
          </a:r>
        </a:p>
      </dsp:txBody>
      <dsp:txXfrm>
        <a:off x="28100" y="1946750"/>
        <a:ext cx="5119184" cy="519439"/>
      </dsp:txXfrm>
    </dsp:sp>
    <dsp:sp modelId="{F1D5F745-E0A8-482F-BE22-0082FE9AF855}">
      <dsp:nvSpPr>
        <dsp:cNvPr id="0" name=""/>
        <dsp:cNvSpPr/>
      </dsp:nvSpPr>
      <dsp:spPr>
        <a:xfrm>
          <a:off x="0" y="2494290"/>
          <a:ext cx="5175384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1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Nettoyage, Normalisation, Mapping régions</a:t>
          </a:r>
        </a:p>
      </dsp:txBody>
      <dsp:txXfrm>
        <a:off x="0" y="2494290"/>
        <a:ext cx="5175384" cy="397440"/>
      </dsp:txXfrm>
    </dsp:sp>
    <dsp:sp modelId="{0B22C7F1-B5FB-415E-8196-5C8D03F30377}">
      <dsp:nvSpPr>
        <dsp:cNvPr id="0" name=""/>
        <dsp:cNvSpPr/>
      </dsp:nvSpPr>
      <dsp:spPr>
        <a:xfrm>
          <a:off x="0" y="2891730"/>
          <a:ext cx="5175384" cy="575639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3. VARIABLES VISUELLES</a:t>
          </a:r>
        </a:p>
      </dsp:txBody>
      <dsp:txXfrm>
        <a:off x="28100" y="2919830"/>
        <a:ext cx="5119184" cy="519439"/>
      </dsp:txXfrm>
    </dsp:sp>
    <dsp:sp modelId="{59D40D5F-3D09-47C7-85EE-028330BBE599}">
      <dsp:nvSpPr>
        <dsp:cNvPr id="0" name=""/>
        <dsp:cNvSpPr/>
      </dsp:nvSpPr>
      <dsp:spPr>
        <a:xfrm>
          <a:off x="0" y="3467370"/>
          <a:ext cx="5175384" cy="993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1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Position (X,Y) → Scores, Votes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Taille → Popularité, Durée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Couleur → Genres, Régions</a:t>
          </a:r>
        </a:p>
      </dsp:txBody>
      <dsp:txXfrm>
        <a:off x="0" y="3467370"/>
        <a:ext cx="5175384" cy="993600"/>
      </dsp:txXfrm>
    </dsp:sp>
    <dsp:sp modelId="{9B41238E-77E4-4667-9E43-B8A5AFA1A55E}">
      <dsp:nvSpPr>
        <dsp:cNvPr id="0" name=""/>
        <dsp:cNvSpPr/>
      </dsp:nvSpPr>
      <dsp:spPr>
        <a:xfrm>
          <a:off x="0" y="4460970"/>
          <a:ext cx="5175384" cy="57563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4. RENDU (D3.js)</a:t>
          </a:r>
        </a:p>
      </dsp:txBody>
      <dsp:txXfrm>
        <a:off x="28100" y="4489070"/>
        <a:ext cx="5119184" cy="519439"/>
      </dsp:txXfrm>
    </dsp:sp>
    <dsp:sp modelId="{64E5D58F-E4F0-4FDF-A3C2-B599F33E30E8}">
      <dsp:nvSpPr>
        <dsp:cNvPr id="0" name=""/>
        <dsp:cNvSpPr/>
      </dsp:nvSpPr>
      <dsp:spPr>
        <a:xfrm>
          <a:off x="0" y="5036610"/>
          <a:ext cx="5175384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318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SVG Generation + Interactions</a:t>
          </a:r>
        </a:p>
      </dsp:txBody>
      <dsp:txXfrm>
        <a:off x="0" y="5036610"/>
        <a:ext cx="5175384" cy="3974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B06EA3-2166-47C8-B51C-4DEC17364488}">
      <dsp:nvSpPr>
        <dsp:cNvPr id="0" name=""/>
        <dsp:cNvSpPr/>
      </dsp:nvSpPr>
      <dsp:spPr>
        <a:xfrm>
          <a:off x="4049" y="332706"/>
          <a:ext cx="1323000" cy="1323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2C7B25-CC5E-46B8-B82D-1C12E87D84AF}">
      <dsp:nvSpPr>
        <dsp:cNvPr id="0" name=""/>
        <dsp:cNvSpPr/>
      </dsp:nvSpPr>
      <dsp:spPr>
        <a:xfrm>
          <a:off x="4049" y="1821710"/>
          <a:ext cx="3780000" cy="56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Cibles Principales</a:t>
          </a:r>
        </a:p>
      </dsp:txBody>
      <dsp:txXfrm>
        <a:off x="4049" y="1821710"/>
        <a:ext cx="3780000" cy="567000"/>
      </dsp:txXfrm>
    </dsp:sp>
    <dsp:sp modelId="{8034340A-D26E-4B12-BA50-5F4314D23CD7}">
      <dsp:nvSpPr>
        <dsp:cNvPr id="0" name=""/>
        <dsp:cNvSpPr/>
      </dsp:nvSpPr>
      <dsp:spPr>
        <a:xfrm>
          <a:off x="4049" y="2465921"/>
          <a:ext cx="3780000" cy="1727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🔬 Chercheurs : Analyse tendances historiques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💼 Professionnels : Décisions stratégiques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📊 Analysts : Exploration patterns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🎬 Cinéphiles : Découverte culturelle</a:t>
          </a:r>
        </a:p>
      </dsp:txBody>
      <dsp:txXfrm>
        <a:off x="4049" y="2465921"/>
        <a:ext cx="3780000" cy="1727334"/>
      </dsp:txXfrm>
    </dsp:sp>
    <dsp:sp modelId="{35461A0B-A99F-4147-8774-3BB10E0D5655}">
      <dsp:nvSpPr>
        <dsp:cNvPr id="0" name=""/>
        <dsp:cNvSpPr/>
      </dsp:nvSpPr>
      <dsp:spPr>
        <a:xfrm>
          <a:off x="4445550" y="332706"/>
          <a:ext cx="1323000" cy="1323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C529E-60AA-40A5-9E88-0E6462A04E3C}">
      <dsp:nvSpPr>
        <dsp:cNvPr id="0" name=""/>
        <dsp:cNvSpPr/>
      </dsp:nvSpPr>
      <dsp:spPr>
        <a:xfrm>
          <a:off x="4445550" y="1821710"/>
          <a:ext cx="3780000" cy="56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Tâches Utilisateur</a:t>
          </a:r>
        </a:p>
      </dsp:txBody>
      <dsp:txXfrm>
        <a:off x="4445550" y="1821710"/>
        <a:ext cx="3780000" cy="567000"/>
      </dsp:txXfrm>
    </dsp:sp>
    <dsp:sp modelId="{90E69341-187B-4CBA-AFE4-BFB051B06A1B}">
      <dsp:nvSpPr>
        <dsp:cNvPr id="0" name=""/>
        <dsp:cNvSpPr/>
      </dsp:nvSpPr>
      <dsp:spPr>
        <a:xfrm>
          <a:off x="4445550" y="2465921"/>
          <a:ext cx="3780000" cy="1727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Comparer années → Scatterplot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Explorer hiérarchies → Treemap, Sunburst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Identifier relations → Chord Diagram</a:t>
          </a:r>
        </a:p>
      </dsp:txBody>
      <dsp:txXfrm>
        <a:off x="4445550" y="2465921"/>
        <a:ext cx="3780000" cy="17273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402DE3-0A6F-4361-8490-CC6726DDA530}">
      <dsp:nvSpPr>
        <dsp:cNvPr id="0" name=""/>
        <dsp:cNvSpPr/>
      </dsp:nvSpPr>
      <dsp:spPr>
        <a:xfrm rot="5400000">
          <a:off x="4943969" y="-1997833"/>
          <a:ext cx="837972" cy="504748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Play animation, Zoom, Échelle log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Insight: Corrélations temporelles</a:t>
          </a:r>
        </a:p>
      </dsp:txBody>
      <dsp:txXfrm rot="-5400000">
        <a:off x="2839211" y="147831"/>
        <a:ext cx="5006582" cy="756160"/>
      </dsp:txXfrm>
    </dsp:sp>
    <dsp:sp modelId="{5CF9CA07-EFA4-4F72-9FE3-BD240A7B9BB2}">
      <dsp:nvSpPr>
        <dsp:cNvPr id="0" name=""/>
        <dsp:cNvSpPr/>
      </dsp:nvSpPr>
      <dsp:spPr>
        <a:xfrm>
          <a:off x="0" y="2177"/>
          <a:ext cx="2839212" cy="104746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Scatterplot (Mathis)</a:t>
          </a:r>
        </a:p>
      </dsp:txBody>
      <dsp:txXfrm>
        <a:off x="51133" y="53310"/>
        <a:ext cx="2736946" cy="945199"/>
      </dsp:txXfrm>
    </dsp:sp>
    <dsp:sp modelId="{D00A5A22-3DBC-471B-8D05-97D32132E98F}">
      <dsp:nvSpPr>
        <dsp:cNvPr id="0" name=""/>
        <dsp:cNvSpPr/>
      </dsp:nvSpPr>
      <dsp:spPr>
        <a:xfrm rot="5400000">
          <a:off x="4943969" y="-897994"/>
          <a:ext cx="837972" cy="5047488"/>
        </a:xfrm>
        <a:prstGeom prst="round2SameRect">
          <a:avLst/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Compare 2 années, Export SVG, Tri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Insight: Répartition Genre×Région</a:t>
          </a:r>
        </a:p>
      </dsp:txBody>
      <dsp:txXfrm rot="-5400000">
        <a:off x="2839211" y="1247670"/>
        <a:ext cx="5006582" cy="756160"/>
      </dsp:txXfrm>
    </dsp:sp>
    <dsp:sp modelId="{FEE3EB47-33D4-42A9-B944-67E309A2BB96}">
      <dsp:nvSpPr>
        <dsp:cNvPr id="0" name=""/>
        <dsp:cNvSpPr/>
      </dsp:nvSpPr>
      <dsp:spPr>
        <a:xfrm>
          <a:off x="0" y="1102016"/>
          <a:ext cx="2839212" cy="1047465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Treemap (Alexis)</a:t>
          </a:r>
        </a:p>
      </dsp:txBody>
      <dsp:txXfrm>
        <a:off x="51133" y="1153149"/>
        <a:ext cx="2736946" cy="945199"/>
      </dsp:txXfrm>
    </dsp:sp>
    <dsp:sp modelId="{BDEB7222-F0C6-4B59-8B0A-0F1D1377A980}">
      <dsp:nvSpPr>
        <dsp:cNvPr id="0" name=""/>
        <dsp:cNvSpPr/>
      </dsp:nvSpPr>
      <dsp:spPr>
        <a:xfrm rot="5400000">
          <a:off x="4943969" y="201844"/>
          <a:ext cx="837972" cy="5047488"/>
        </a:xfrm>
        <a:prstGeom prst="round2SameRect">
          <a:avLst/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Zoom hiérarchique 3 niveaux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Insight: Structure Type×Certif×Genre</a:t>
          </a:r>
        </a:p>
      </dsp:txBody>
      <dsp:txXfrm rot="-5400000">
        <a:off x="2839211" y="2347508"/>
        <a:ext cx="5006582" cy="756160"/>
      </dsp:txXfrm>
    </dsp:sp>
    <dsp:sp modelId="{7E06AAC8-F1C4-4D24-8DE7-C4A49565F5C5}">
      <dsp:nvSpPr>
        <dsp:cNvPr id="0" name=""/>
        <dsp:cNvSpPr/>
      </dsp:nvSpPr>
      <dsp:spPr>
        <a:xfrm>
          <a:off x="0" y="2201855"/>
          <a:ext cx="2839212" cy="1047465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Sunburst (Noel)</a:t>
          </a:r>
        </a:p>
      </dsp:txBody>
      <dsp:txXfrm>
        <a:off x="51133" y="2252988"/>
        <a:ext cx="2736946" cy="945199"/>
      </dsp:txXfrm>
    </dsp:sp>
    <dsp:sp modelId="{1410B055-F74A-4665-9A11-D40A6FCD4314}">
      <dsp:nvSpPr>
        <dsp:cNvPr id="0" name=""/>
        <dsp:cNvSpPr/>
      </dsp:nvSpPr>
      <dsp:spPr>
        <a:xfrm rot="5400000">
          <a:off x="4943969" y="1301683"/>
          <a:ext cx="837972" cy="5047488"/>
        </a:xfrm>
        <a:prstGeom prst="round2Same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Highlight relations, Panel films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Insight: Co-occurrences Genre↔Région</a:t>
          </a:r>
        </a:p>
      </dsp:txBody>
      <dsp:txXfrm rot="-5400000">
        <a:off x="2839211" y="3447347"/>
        <a:ext cx="5006582" cy="756160"/>
      </dsp:txXfrm>
    </dsp:sp>
    <dsp:sp modelId="{F393CA1B-1F4D-4268-9958-241C25DA698A}">
      <dsp:nvSpPr>
        <dsp:cNvPr id="0" name=""/>
        <dsp:cNvSpPr/>
      </dsp:nvSpPr>
      <dsp:spPr>
        <a:xfrm>
          <a:off x="0" y="3301694"/>
          <a:ext cx="2839212" cy="1047465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Chord Diagram (Allah-Eddine)</a:t>
          </a:r>
        </a:p>
      </dsp:txBody>
      <dsp:txXfrm>
        <a:off x="51133" y="3352827"/>
        <a:ext cx="2736946" cy="9451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2513CD-EDE1-43BD-9B8B-E7A05A1DF1B4}">
      <dsp:nvSpPr>
        <dsp:cNvPr id="0" name=""/>
        <dsp:cNvSpPr/>
      </dsp:nvSpPr>
      <dsp:spPr>
        <a:xfrm>
          <a:off x="0" y="329970"/>
          <a:ext cx="5175384" cy="2249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437388" rIns="401667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Position: Votes (X) × Score (Y)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Taille: Popularité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Couleur: Région / Genre / Type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Animation: Temporelle année par année</a:t>
          </a:r>
        </a:p>
      </dsp:txBody>
      <dsp:txXfrm>
        <a:off x="0" y="329970"/>
        <a:ext cx="5175384" cy="2249100"/>
      </dsp:txXfrm>
    </dsp:sp>
    <dsp:sp modelId="{D229D5F2-B24C-42CB-9E54-611F67E09588}">
      <dsp:nvSpPr>
        <dsp:cNvPr id="0" name=""/>
        <dsp:cNvSpPr/>
      </dsp:nvSpPr>
      <dsp:spPr>
        <a:xfrm>
          <a:off x="258769" y="20010"/>
          <a:ext cx="3622768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Encodage Visuel</a:t>
          </a:r>
        </a:p>
      </dsp:txBody>
      <dsp:txXfrm>
        <a:off x="289031" y="50272"/>
        <a:ext cx="3562244" cy="559396"/>
      </dsp:txXfrm>
    </dsp:sp>
    <dsp:sp modelId="{B9627A5E-118C-404F-84E2-3B40D97AD996}">
      <dsp:nvSpPr>
        <dsp:cNvPr id="0" name=""/>
        <dsp:cNvSpPr/>
      </dsp:nvSpPr>
      <dsp:spPr>
        <a:xfrm>
          <a:off x="0" y="3002430"/>
          <a:ext cx="5175384" cy="251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437388" rIns="401667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Overview: Tous films année N, Distribution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Details: Hover → Tooltip, Click → Modal complète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Interactions: ⏯️ Play | 🔍 Zoom | 📊 Log | 🖱️ Modal</a:t>
          </a:r>
        </a:p>
      </dsp:txBody>
      <dsp:txXfrm>
        <a:off x="0" y="3002430"/>
        <a:ext cx="5175384" cy="2513700"/>
      </dsp:txXfrm>
    </dsp:sp>
    <dsp:sp modelId="{C3F105D0-6B57-4B29-BC69-F9064A82CB79}">
      <dsp:nvSpPr>
        <dsp:cNvPr id="0" name=""/>
        <dsp:cNvSpPr/>
      </dsp:nvSpPr>
      <dsp:spPr>
        <a:xfrm>
          <a:off x="258769" y="2692470"/>
          <a:ext cx="3622768" cy="6199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Overview + Details</a:t>
          </a:r>
        </a:p>
      </dsp:txBody>
      <dsp:txXfrm>
        <a:off x="289031" y="2722732"/>
        <a:ext cx="3562244" cy="5593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9F5F46-F821-457A-B532-C558D29E41CC}">
      <dsp:nvSpPr>
        <dsp:cNvPr id="0" name=""/>
        <dsp:cNvSpPr/>
      </dsp:nvSpPr>
      <dsp:spPr>
        <a:xfrm>
          <a:off x="0" y="396656"/>
          <a:ext cx="4988440" cy="1918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7158" tIns="437388" rIns="38715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Surface: Nombre de titres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Couleur: Région géographique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Hiérarchie: Genre → Région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Comparaison: 2 années côte à côte</a:t>
          </a:r>
        </a:p>
      </dsp:txBody>
      <dsp:txXfrm>
        <a:off x="0" y="396656"/>
        <a:ext cx="4988440" cy="1918350"/>
      </dsp:txXfrm>
    </dsp:sp>
    <dsp:sp modelId="{943C28C2-3FD0-46C4-B700-35BAD6A2EDA2}">
      <dsp:nvSpPr>
        <dsp:cNvPr id="0" name=""/>
        <dsp:cNvSpPr/>
      </dsp:nvSpPr>
      <dsp:spPr>
        <a:xfrm>
          <a:off x="249422" y="86696"/>
          <a:ext cx="3491908" cy="6199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1986" tIns="0" rIns="13198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Encodage Visuel</a:t>
          </a:r>
        </a:p>
      </dsp:txBody>
      <dsp:txXfrm>
        <a:off x="279684" y="116958"/>
        <a:ext cx="3431384" cy="559396"/>
      </dsp:txXfrm>
    </dsp:sp>
    <dsp:sp modelId="{9A0E43E3-09C6-479A-8E6D-FEB4354501CA}">
      <dsp:nvSpPr>
        <dsp:cNvPr id="0" name=""/>
        <dsp:cNvSpPr/>
      </dsp:nvSpPr>
      <dsp:spPr>
        <a:xfrm>
          <a:off x="0" y="2738366"/>
          <a:ext cx="4988440" cy="251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7158" tIns="437388" rIns="38715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Overview: Tous Genre × Région, Carte monde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Details: Click → Panel avec liste, Tri/filtrage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Interactions: 🔄 Compare | 🔢 Tri | 💾 Export SVG</a:t>
          </a:r>
        </a:p>
      </dsp:txBody>
      <dsp:txXfrm>
        <a:off x="0" y="2738366"/>
        <a:ext cx="4988440" cy="2513700"/>
      </dsp:txXfrm>
    </dsp:sp>
    <dsp:sp modelId="{7327F407-0EF3-4F44-BE3F-45145B01CC77}">
      <dsp:nvSpPr>
        <dsp:cNvPr id="0" name=""/>
        <dsp:cNvSpPr/>
      </dsp:nvSpPr>
      <dsp:spPr>
        <a:xfrm>
          <a:off x="249422" y="2428406"/>
          <a:ext cx="3491908" cy="61992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1986" tIns="0" rIns="13198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Overview + Details</a:t>
          </a:r>
        </a:p>
      </dsp:txBody>
      <dsp:txXfrm>
        <a:off x="279684" y="2458668"/>
        <a:ext cx="3431384" cy="5593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F1C95D-02F9-41E5-ABE4-CBFB35A6A79B}">
      <dsp:nvSpPr>
        <dsp:cNvPr id="0" name=""/>
        <dsp:cNvSpPr/>
      </dsp:nvSpPr>
      <dsp:spPr>
        <a:xfrm>
          <a:off x="0" y="463481"/>
          <a:ext cx="4988440" cy="2034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7158" tIns="395732" rIns="38715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Angle: Proportion dans catégorie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Rayon: Niveau hiérarchique (3 niveaux)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Couleur: Gradient par niveau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Hiérarchie: Type → Certification → Genre</a:t>
          </a:r>
        </a:p>
      </dsp:txBody>
      <dsp:txXfrm>
        <a:off x="0" y="463481"/>
        <a:ext cx="4988440" cy="2034900"/>
      </dsp:txXfrm>
    </dsp:sp>
    <dsp:sp modelId="{E1DF3519-00F7-43D3-A8D1-7405BEB9BB62}">
      <dsp:nvSpPr>
        <dsp:cNvPr id="0" name=""/>
        <dsp:cNvSpPr/>
      </dsp:nvSpPr>
      <dsp:spPr>
        <a:xfrm>
          <a:off x="249422" y="183041"/>
          <a:ext cx="3491908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1986" tIns="0" rIns="13198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Encodage Visuel</a:t>
          </a:r>
        </a:p>
      </dsp:txBody>
      <dsp:txXfrm>
        <a:off x="276802" y="210421"/>
        <a:ext cx="3437148" cy="506120"/>
      </dsp:txXfrm>
    </dsp:sp>
    <dsp:sp modelId="{31472D67-73AE-41F5-B56D-9B9E4ECD5ED2}">
      <dsp:nvSpPr>
        <dsp:cNvPr id="0" name=""/>
        <dsp:cNvSpPr/>
      </dsp:nvSpPr>
      <dsp:spPr>
        <a:xfrm>
          <a:off x="0" y="2881421"/>
          <a:ext cx="4988440" cy="2274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7158" tIns="395732" rIns="387158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Overview: 3 niveaux complets, Architecture globale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Details: Click → Zoom, Panel → Liste films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Interactions: 🖱️ Zoom | ↩️ Back | 📋 Panel | 🔍 Tri</a:t>
          </a:r>
        </a:p>
      </dsp:txBody>
      <dsp:txXfrm>
        <a:off x="0" y="2881421"/>
        <a:ext cx="4988440" cy="2274300"/>
      </dsp:txXfrm>
    </dsp:sp>
    <dsp:sp modelId="{5F455810-5425-4B32-A2F4-560C41470183}">
      <dsp:nvSpPr>
        <dsp:cNvPr id="0" name=""/>
        <dsp:cNvSpPr/>
      </dsp:nvSpPr>
      <dsp:spPr>
        <a:xfrm>
          <a:off x="249422" y="2600982"/>
          <a:ext cx="3491908" cy="5608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1986" tIns="0" rIns="13198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Overview + Details</a:t>
          </a:r>
        </a:p>
      </dsp:txBody>
      <dsp:txXfrm>
        <a:off x="276802" y="2628362"/>
        <a:ext cx="3437148" cy="5061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54C866-7538-4752-82A3-CD25E68024CE}">
      <dsp:nvSpPr>
        <dsp:cNvPr id="0" name=""/>
        <dsp:cNvSpPr/>
      </dsp:nvSpPr>
      <dsp:spPr>
        <a:xfrm>
          <a:off x="0" y="528957"/>
          <a:ext cx="4988440" cy="1918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7158" tIns="437388" rIns="38715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Arc: Genres et Régions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Ruban: Co-occurrences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Épaisseur: Nombre de titres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Couleur: Gradient Genres/Régions</a:t>
          </a:r>
        </a:p>
      </dsp:txBody>
      <dsp:txXfrm>
        <a:off x="0" y="528957"/>
        <a:ext cx="4988440" cy="1918350"/>
      </dsp:txXfrm>
    </dsp:sp>
    <dsp:sp modelId="{51B83576-277E-495E-A9C4-EC1E395580E6}">
      <dsp:nvSpPr>
        <dsp:cNvPr id="0" name=""/>
        <dsp:cNvSpPr/>
      </dsp:nvSpPr>
      <dsp:spPr>
        <a:xfrm>
          <a:off x="249422" y="218997"/>
          <a:ext cx="3491908" cy="6199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1986" tIns="0" rIns="13198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Encodage Visuel</a:t>
          </a:r>
        </a:p>
      </dsp:txBody>
      <dsp:txXfrm>
        <a:off x="279684" y="249259"/>
        <a:ext cx="3431384" cy="559396"/>
      </dsp:txXfrm>
    </dsp:sp>
    <dsp:sp modelId="{A6546501-6017-4B68-85BA-098700BC7A52}">
      <dsp:nvSpPr>
        <dsp:cNvPr id="0" name=""/>
        <dsp:cNvSpPr/>
      </dsp:nvSpPr>
      <dsp:spPr>
        <a:xfrm>
          <a:off x="0" y="2870667"/>
          <a:ext cx="4988440" cy="2249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7158" tIns="437388" rIns="38715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Overview: Matrice complète genres × régions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Details: Click → Panel avec liste films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Interactions: 🖱️ Hover | 🖱️ Click | 📋 Panel</a:t>
          </a:r>
        </a:p>
      </dsp:txBody>
      <dsp:txXfrm>
        <a:off x="0" y="2870667"/>
        <a:ext cx="4988440" cy="2249100"/>
      </dsp:txXfrm>
    </dsp:sp>
    <dsp:sp modelId="{836E264C-91DF-4091-B914-ED6766C5A5A7}">
      <dsp:nvSpPr>
        <dsp:cNvPr id="0" name=""/>
        <dsp:cNvSpPr/>
      </dsp:nvSpPr>
      <dsp:spPr>
        <a:xfrm>
          <a:off x="249422" y="2560707"/>
          <a:ext cx="3491908" cy="6199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1986" tIns="0" rIns="131986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Overview + Details</a:t>
          </a:r>
        </a:p>
      </dsp:txBody>
      <dsp:txXfrm>
        <a:off x="279684" y="2590969"/>
        <a:ext cx="3431384" cy="55939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3F3462-B495-4E2B-B8F9-7F09E98BD08D}">
      <dsp:nvSpPr>
        <dsp:cNvPr id="0" name=""/>
        <dsp:cNvSpPr/>
      </dsp:nvSpPr>
      <dsp:spPr>
        <a:xfrm>
          <a:off x="1232549" y="590275"/>
          <a:ext cx="1323000" cy="1323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0276C-13BC-4846-9C0B-C3F167CDF5A8}">
      <dsp:nvSpPr>
        <dsp:cNvPr id="0" name=""/>
        <dsp:cNvSpPr/>
      </dsp:nvSpPr>
      <dsp:spPr>
        <a:xfrm>
          <a:off x="4049" y="2057128"/>
          <a:ext cx="3780000" cy="56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/>
            <a:t>Filtres Synchronisés</a:t>
          </a:r>
        </a:p>
      </dsp:txBody>
      <dsp:txXfrm>
        <a:off x="4049" y="2057128"/>
        <a:ext cx="3780000" cy="567000"/>
      </dsp:txXfrm>
    </dsp:sp>
    <dsp:sp modelId="{8DEBBAA6-D810-4BCB-9F00-6DF61B3AF671}">
      <dsp:nvSpPr>
        <dsp:cNvPr id="0" name=""/>
        <dsp:cNvSpPr/>
      </dsp:nvSpPr>
      <dsp:spPr>
        <a:xfrm>
          <a:off x="4049" y="2691036"/>
          <a:ext cx="3780000" cy="124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Genres: Multi-</a:t>
          </a:r>
          <a:r>
            <a:rPr lang="en-US" sz="1700" kern="1200" dirty="0" err="1"/>
            <a:t>sélection</a:t>
          </a:r>
          <a:r>
            <a:rPr lang="en-US" sz="1700" kern="1200" dirty="0"/>
            <a:t> (checkboxes)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</a:t>
          </a:r>
          <a:r>
            <a:rPr lang="en-US" sz="1700" kern="1200" dirty="0" err="1"/>
            <a:t>Régions</a:t>
          </a:r>
          <a:r>
            <a:rPr lang="en-US" sz="1700" kern="1200" dirty="0"/>
            <a:t>: Multi-</a:t>
          </a:r>
          <a:r>
            <a:rPr lang="en-US" sz="1700" kern="1200" dirty="0" err="1"/>
            <a:t>sélection</a:t>
          </a:r>
          <a:r>
            <a:rPr lang="en-US" sz="1700" kern="1200" dirty="0"/>
            <a:t> (checkboxes)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Années: Range slider (1945-2025)</a:t>
          </a:r>
        </a:p>
      </dsp:txBody>
      <dsp:txXfrm>
        <a:off x="4049" y="2691036"/>
        <a:ext cx="3780000" cy="1244650"/>
      </dsp:txXfrm>
    </dsp:sp>
    <dsp:sp modelId="{79D371F4-EC6A-44E9-9F89-CCCC1CC32C64}">
      <dsp:nvSpPr>
        <dsp:cNvPr id="0" name=""/>
        <dsp:cNvSpPr/>
      </dsp:nvSpPr>
      <dsp:spPr>
        <a:xfrm>
          <a:off x="5674050" y="590275"/>
          <a:ext cx="1323000" cy="1323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F07404-3850-44D1-A3B2-DFA8B66796B4}">
      <dsp:nvSpPr>
        <dsp:cNvPr id="0" name=""/>
        <dsp:cNvSpPr/>
      </dsp:nvSpPr>
      <dsp:spPr>
        <a:xfrm>
          <a:off x="4445550" y="2057128"/>
          <a:ext cx="3780000" cy="56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500" kern="1200"/>
            <a:t>Architecture Événementielle</a:t>
          </a:r>
        </a:p>
      </dsp:txBody>
      <dsp:txXfrm>
        <a:off x="4445550" y="2057128"/>
        <a:ext cx="3780000" cy="567000"/>
      </dsp:txXfrm>
    </dsp:sp>
    <dsp:sp modelId="{18A30205-ED45-4295-96E9-B5CA8C019AEA}">
      <dsp:nvSpPr>
        <dsp:cNvPr id="0" name=""/>
        <dsp:cNvSpPr/>
      </dsp:nvSpPr>
      <dsp:spPr>
        <a:xfrm>
          <a:off x="4445550" y="2691036"/>
          <a:ext cx="3780000" cy="1244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Toutes les visualisations écoutent 'filterChange'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Mise à jour en temps réel (&lt;100ms)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Cohérence entre toutes les vues</a:t>
          </a:r>
        </a:p>
      </dsp:txBody>
      <dsp:txXfrm>
        <a:off x="4445550" y="2691036"/>
        <a:ext cx="3780000" cy="124465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2B9E2D-5653-4EED-B018-8F6C8D174F75}">
      <dsp:nvSpPr>
        <dsp:cNvPr id="0" name=""/>
        <dsp:cNvSpPr/>
      </dsp:nvSpPr>
      <dsp:spPr>
        <a:xfrm>
          <a:off x="0" y="448455"/>
          <a:ext cx="5175384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395732" rIns="401667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"Overview first, zoom and filter, then details-on-demand"</a:t>
          </a:r>
        </a:p>
      </dsp:txBody>
      <dsp:txXfrm>
        <a:off x="0" y="448455"/>
        <a:ext cx="5175384" cy="1077300"/>
      </dsp:txXfrm>
    </dsp:sp>
    <dsp:sp modelId="{EFA0A0C0-4315-4D14-A00E-295719861E96}">
      <dsp:nvSpPr>
        <dsp:cNvPr id="0" name=""/>
        <dsp:cNvSpPr/>
      </dsp:nvSpPr>
      <dsp:spPr>
        <a:xfrm>
          <a:off x="258769" y="168015"/>
          <a:ext cx="3622768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Mantra de Shneiderman</a:t>
          </a:r>
        </a:p>
      </dsp:txBody>
      <dsp:txXfrm>
        <a:off x="286149" y="195395"/>
        <a:ext cx="3568008" cy="506120"/>
      </dsp:txXfrm>
    </dsp:sp>
    <dsp:sp modelId="{3AC224E9-0301-44C4-910B-6D9AC5078757}">
      <dsp:nvSpPr>
        <dsp:cNvPr id="0" name=""/>
        <dsp:cNvSpPr/>
      </dsp:nvSpPr>
      <dsp:spPr>
        <a:xfrm>
          <a:off x="0" y="1908795"/>
          <a:ext cx="5175384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395732" rIns="401667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Dashboard avec 4 vues + filtres globaux</a:t>
          </a:r>
        </a:p>
      </dsp:txBody>
      <dsp:txXfrm>
        <a:off x="0" y="1908795"/>
        <a:ext cx="5175384" cy="807975"/>
      </dsp:txXfrm>
    </dsp:sp>
    <dsp:sp modelId="{7215C76A-0BB8-4EBA-A7E0-F70B46E0ED11}">
      <dsp:nvSpPr>
        <dsp:cNvPr id="0" name=""/>
        <dsp:cNvSpPr/>
      </dsp:nvSpPr>
      <dsp:spPr>
        <a:xfrm>
          <a:off x="258769" y="1628355"/>
          <a:ext cx="3622768" cy="56088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1️⃣ Overview</a:t>
          </a:r>
        </a:p>
      </dsp:txBody>
      <dsp:txXfrm>
        <a:off x="286149" y="1655735"/>
        <a:ext cx="3568008" cy="506120"/>
      </dsp:txXfrm>
    </dsp:sp>
    <dsp:sp modelId="{AA48317A-283B-4DAE-B081-3DFDD3092A1F}">
      <dsp:nvSpPr>
        <dsp:cNvPr id="0" name=""/>
        <dsp:cNvSpPr/>
      </dsp:nvSpPr>
      <dsp:spPr>
        <a:xfrm>
          <a:off x="0" y="3099810"/>
          <a:ext cx="5175384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395732" rIns="401667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Filtres multi-critères, Zoom, Animation, Comparaison</a:t>
          </a:r>
        </a:p>
      </dsp:txBody>
      <dsp:txXfrm>
        <a:off x="0" y="3099810"/>
        <a:ext cx="5175384" cy="1077300"/>
      </dsp:txXfrm>
    </dsp:sp>
    <dsp:sp modelId="{05E8D89E-91CD-423D-AE20-4839CB243C69}">
      <dsp:nvSpPr>
        <dsp:cNvPr id="0" name=""/>
        <dsp:cNvSpPr/>
      </dsp:nvSpPr>
      <dsp:spPr>
        <a:xfrm>
          <a:off x="258769" y="2819370"/>
          <a:ext cx="3622768" cy="56088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2️⃣ Zoom &amp; Filter</a:t>
          </a:r>
        </a:p>
      </dsp:txBody>
      <dsp:txXfrm>
        <a:off x="286149" y="2846750"/>
        <a:ext cx="3568008" cy="506120"/>
      </dsp:txXfrm>
    </dsp:sp>
    <dsp:sp modelId="{3E3D5AE1-BB74-4706-9131-8C45FEA1831D}">
      <dsp:nvSpPr>
        <dsp:cNvPr id="0" name=""/>
        <dsp:cNvSpPr/>
      </dsp:nvSpPr>
      <dsp:spPr>
        <a:xfrm>
          <a:off x="0" y="4560150"/>
          <a:ext cx="5175384" cy="807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1667" tIns="395732" rIns="401667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Tooltips, Panels latéraux, Modals, Export</a:t>
          </a:r>
        </a:p>
      </dsp:txBody>
      <dsp:txXfrm>
        <a:off x="0" y="4560150"/>
        <a:ext cx="5175384" cy="807975"/>
      </dsp:txXfrm>
    </dsp:sp>
    <dsp:sp modelId="{C08B7FC0-F0B7-4D4F-BA2A-CC9D9AEBAB3A}">
      <dsp:nvSpPr>
        <dsp:cNvPr id="0" name=""/>
        <dsp:cNvSpPr/>
      </dsp:nvSpPr>
      <dsp:spPr>
        <a:xfrm>
          <a:off x="258769" y="4279710"/>
          <a:ext cx="3622768" cy="5608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3️⃣ Details-on-Demand</a:t>
          </a:r>
        </a:p>
      </dsp:txBody>
      <dsp:txXfrm>
        <a:off x="286149" y="4307090"/>
        <a:ext cx="3568008" cy="50612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53D094-CE57-474F-BE49-B63424A777C5}">
      <dsp:nvSpPr>
        <dsp:cNvPr id="0" name=""/>
        <dsp:cNvSpPr/>
      </dsp:nvSpPr>
      <dsp:spPr>
        <a:xfrm>
          <a:off x="4049" y="254143"/>
          <a:ext cx="1323000" cy="1323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9F351-0D78-49BC-8032-C03A81120AA6}">
      <dsp:nvSpPr>
        <dsp:cNvPr id="0" name=""/>
        <dsp:cNvSpPr/>
      </dsp:nvSpPr>
      <dsp:spPr>
        <a:xfrm>
          <a:off x="4049" y="1749903"/>
          <a:ext cx="3780000" cy="56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 err="1"/>
            <a:t>Objectifs</a:t>
          </a:r>
          <a:r>
            <a:rPr lang="en-US" sz="3600" kern="1200" dirty="0"/>
            <a:t> </a:t>
          </a:r>
          <a:r>
            <a:rPr lang="en-US" sz="3600" kern="1200" dirty="0" err="1"/>
            <a:t>Atteints</a:t>
          </a:r>
          <a:r>
            <a:rPr lang="en-US" sz="3600" kern="1200" dirty="0"/>
            <a:t> </a:t>
          </a:r>
        </a:p>
      </dsp:txBody>
      <dsp:txXfrm>
        <a:off x="4049" y="1749903"/>
        <a:ext cx="3780000" cy="567000"/>
      </dsp:txXfrm>
    </dsp:sp>
    <dsp:sp modelId="{1ECD415D-436E-4C97-9434-BACC3EDD2C5F}">
      <dsp:nvSpPr>
        <dsp:cNvPr id="0" name=""/>
        <dsp:cNvSpPr/>
      </dsp:nvSpPr>
      <dsp:spPr>
        <a:xfrm>
          <a:off x="4049" y="2397257"/>
          <a:ext cx="3780000" cy="1874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Pipeline complet (données → visualisation)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 visualisations D3.js (1 par étudiant)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Overview + Details implémenté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Interactions riches (filtres, zoom, animations)</a:t>
          </a:r>
        </a:p>
      </dsp:txBody>
      <dsp:txXfrm>
        <a:off x="4049" y="2397257"/>
        <a:ext cx="3780000" cy="1874562"/>
      </dsp:txXfrm>
    </dsp:sp>
    <dsp:sp modelId="{576E6BC2-0E52-493F-9BA0-F322E7E1DB28}">
      <dsp:nvSpPr>
        <dsp:cNvPr id="0" name=""/>
        <dsp:cNvSpPr/>
      </dsp:nvSpPr>
      <dsp:spPr>
        <a:xfrm>
          <a:off x="4445550" y="254143"/>
          <a:ext cx="1323000" cy="1323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6487E-3F24-4A6A-8954-572F5F08A2B7}">
      <dsp:nvSpPr>
        <dsp:cNvPr id="0" name=""/>
        <dsp:cNvSpPr/>
      </dsp:nvSpPr>
      <dsp:spPr>
        <a:xfrm>
          <a:off x="4445550" y="1749903"/>
          <a:ext cx="3780000" cy="56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Résultats</a:t>
          </a:r>
        </a:p>
      </dsp:txBody>
      <dsp:txXfrm>
        <a:off x="4445550" y="1749903"/>
        <a:ext cx="3780000" cy="567000"/>
      </dsp:txXfrm>
    </dsp:sp>
    <dsp:sp modelId="{58209B6E-D7BF-44AB-8CC9-F9426C7A6373}">
      <dsp:nvSpPr>
        <dsp:cNvPr id="0" name=""/>
        <dsp:cNvSpPr/>
      </dsp:nvSpPr>
      <dsp:spPr>
        <a:xfrm>
          <a:off x="4445550" y="2397257"/>
          <a:ext cx="3780000" cy="1874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Un outil d'exploration permettant de découvrir 80 ans d'histoire du cinéma mondial</a:t>
          </a:r>
          <a:endParaRPr lang="en-US" sz="1700" kern="1200"/>
        </a:p>
      </dsp:txBody>
      <dsp:txXfrm>
        <a:off x="4445550" y="2397257"/>
        <a:ext cx="3780000" cy="1874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852925F-A280-32C1-2E09-BF6DD216B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753" y="640080"/>
            <a:ext cx="2800511" cy="3566160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  <a:defRPr sz="4400" b="1">
                <a:solidFill>
                  <a:srgbClr val="007BFF"/>
                </a:solidFill>
              </a:defRPr>
            </a:pPr>
            <a:r>
              <a:rPr lang="fr-FR" sz="3600" b="1" dirty="0"/>
              <a:t>Information Visualisation</a:t>
            </a:r>
            <a:br>
              <a:rPr lang="fr-FR" sz="3600" dirty="0"/>
            </a:br>
            <a:r>
              <a:rPr lang="fr-FR" sz="1800" dirty="0"/>
              <a:t>Films &amp; Séries Netflix</a:t>
            </a:r>
            <a:br>
              <a:rPr lang="fr-FR" sz="3600" dirty="0"/>
            </a:br>
            <a:endParaRPr lang="fr-FR" sz="36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C27B3A9-8CEF-A552-6B0C-A137CE8B1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754" y="4636008"/>
            <a:ext cx="2800510" cy="1572768"/>
          </a:xfrm>
        </p:spPr>
        <p:txBody>
          <a:bodyPr>
            <a:normAutofit fontScale="92500"/>
          </a:bodyPr>
          <a:lstStyle/>
          <a:p>
            <a:pPr algn="l">
              <a:lnSpc>
                <a:spcPct val="90000"/>
              </a:lnSpc>
            </a:pPr>
            <a:r>
              <a:rPr lang="fr-FR" sz="2500"/>
              <a:t>Mathis Hartmann, Alexis Dubarry, Noel Shanti, </a:t>
            </a:r>
            <a:r>
              <a:rPr lang="fr-FR" sz="2500" err="1"/>
              <a:t>Cherigui</a:t>
            </a:r>
            <a:r>
              <a:rPr lang="fr-FR" sz="2500"/>
              <a:t> Allah-Eddine</a:t>
            </a:r>
          </a:p>
          <a:p>
            <a:pPr algn="l">
              <a:lnSpc>
                <a:spcPct val="90000"/>
              </a:lnSpc>
            </a:pPr>
            <a:endParaRPr lang="fr-FR" sz="2500"/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753" y="4409267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diagramme, capture d’écran, graphisme, Graphique&#10;&#10;Le contenu généré par l’IA peut être incorrect.">
            <a:extLst>
              <a:ext uri="{FF2B5EF4-FFF2-40B4-BE49-F238E27FC236}">
                <a16:creationId xmlns:a16="http://schemas.microsoft.com/office/drawing/2014/main" id="{40D28D76-58F5-BBEE-3550-4559F3A7BE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72" r="26620" b="-4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66629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fr-FR" sz="4700"/>
              <a:t>🎯 Le Projet en Bref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453872-499A-C514-F02B-684C5DD68E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931959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fr-FR" sz="3600"/>
              <a:t>🔄 Pipeline de Visualisation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9E55FD-2B3D-5C8B-5634-EA3D563270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87376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👥 Utilisateurs &amp; Objectifs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A2B03D-FE30-DB86-D47F-D9E1C38F3B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7A3671-61AA-29D6-A76C-4D8D4C797E5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325" r="21675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📊 Les 4 Visualisations D3.js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F639C6-DD4B-5CEC-2F9A-43E2562696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894532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fr-FR" sz="4000"/>
              <a:t>📊 1. Scatterplot (Mathis)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CAF8F3-AE2B-77EE-C39B-89C298F6F1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059673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t>📊 2. Treemap (Alexis)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C872AF-3B96-558A-0DBC-F5CA3C592F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391683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dirty="0"/>
              <a:t>📊 3. Sunburst (</a:t>
            </a:r>
            <a:r>
              <a:rPr lang="fr-FR" dirty="0"/>
              <a:t>Shanti</a:t>
            </a:r>
            <a:r>
              <a:rPr dirty="0"/>
              <a:t>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3980AB-960F-175B-5A03-64E0460918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1986449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t>📊 4. Chord Diagram (Allah-Eddine)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CD3D0A-B66C-5798-B07A-B7FEDAEED9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3818206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🎛️ Système d'Interactions Global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BF8297-91FD-F09F-5CEC-461F56835C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760103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fr-FR" sz="4700"/>
              <a:t>🔍 Principe Overview + Details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E059FE-4453-AF16-40CB-9A71AF6A6C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479074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🎥 </a:t>
            </a:r>
            <a:r>
              <a:rPr dirty="0" err="1"/>
              <a:t>Démonstration</a:t>
            </a:r>
            <a:r>
              <a:rPr dirty="0"/>
              <a:t>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Scénario (3 minutes)</a:t>
            </a:r>
          </a:p>
          <a:p>
            <a:pPr lvl="1"/>
            <a:r>
              <a:rPr lang="fr-FR" dirty="0"/>
              <a:t>1. Filtres: Action + </a:t>
            </a:r>
            <a:r>
              <a:rPr lang="fr-FR" dirty="0" err="1"/>
              <a:t>Sci</a:t>
            </a:r>
            <a:r>
              <a:rPr lang="fr-FR" dirty="0"/>
              <a:t>-Fi, North America, 2010-2020</a:t>
            </a:r>
          </a:p>
          <a:p>
            <a:pPr lvl="1"/>
            <a:r>
              <a:rPr lang="fr-FR" dirty="0"/>
              <a:t>2. </a:t>
            </a:r>
            <a:r>
              <a:rPr lang="fr-FR" dirty="0" err="1"/>
              <a:t>Scatterplot</a:t>
            </a:r>
            <a:r>
              <a:rPr lang="fr-FR" dirty="0"/>
              <a:t>: Play animation → Évolution scores</a:t>
            </a:r>
          </a:p>
          <a:p>
            <a:pPr lvl="1"/>
            <a:r>
              <a:rPr lang="fr-FR" dirty="0"/>
              <a:t>3. </a:t>
            </a:r>
            <a:r>
              <a:rPr lang="fr-FR" dirty="0" err="1"/>
              <a:t>Treemap</a:t>
            </a:r>
            <a:r>
              <a:rPr lang="fr-FR" dirty="0"/>
              <a:t>: Mode comparaison 2010 vs 2020</a:t>
            </a:r>
          </a:p>
          <a:p>
            <a:pPr lvl="1"/>
            <a:r>
              <a:rPr lang="fr-FR" dirty="0"/>
              <a:t>4. </a:t>
            </a:r>
            <a:r>
              <a:rPr lang="fr-FR" dirty="0" err="1"/>
              <a:t>Sunburst</a:t>
            </a:r>
            <a:r>
              <a:rPr lang="fr-FR" dirty="0"/>
              <a:t>: Zoom MOVIE → PG-13 → Action</a:t>
            </a:r>
          </a:p>
          <a:p>
            <a:pPr lvl="1"/>
            <a:r>
              <a:rPr lang="fr-FR" dirty="0"/>
              <a:t>5. </a:t>
            </a:r>
            <a:r>
              <a:rPr lang="fr-FR" dirty="0" err="1"/>
              <a:t>Chord</a:t>
            </a:r>
            <a:r>
              <a:rPr lang="fr-FR" dirty="0"/>
              <a:t>: Click Action ↔ North America → Films</a:t>
            </a:r>
          </a:p>
          <a:p>
            <a:pPr>
              <a:defRPr sz="1800" b="1"/>
            </a:pPr>
            <a:r>
              <a:rPr lang="fr-FR" dirty="0"/>
              <a:t>→ Toutes vues synchronisées !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💭 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D3AF86-9634-118F-E261-6ACC860CBF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2868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BFF"/>
                </a:solidFill>
              </a:defRPr>
            </a:pPr>
            <a:r>
              <a:t>Merci ! 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6422" y="5486400"/>
            <a:ext cx="51511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rPr dirty="0"/>
              <a:t>"Data tells stories, visualization makes them unforgettable"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748</Words>
  <Application>Microsoft Office PowerPoint</Application>
  <PresentationFormat>Affichage à l'écran (4:3)</PresentationFormat>
  <Paragraphs>124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Information Visualisation Films &amp; Séries Netflix </vt:lpstr>
      <vt:lpstr>🎯 Le Projet en Bref</vt:lpstr>
      <vt:lpstr>🔄 Pipeline de Visualisation</vt:lpstr>
      <vt:lpstr>👥 Utilisateurs &amp; Objectifs</vt:lpstr>
      <vt:lpstr>📊 Les 4 Visualisations D3.js</vt:lpstr>
      <vt:lpstr>📊 1. Scatterplot (Mathis)</vt:lpstr>
      <vt:lpstr>📊 2. Treemap (Alexis)</vt:lpstr>
      <vt:lpstr>📊 3. Sunburst (Shanti)</vt:lpstr>
      <vt:lpstr>📊 4. Chord Diagram (Allah-Eddine)</vt:lpstr>
      <vt:lpstr>🎛️ Système d'Interactions Global</vt:lpstr>
      <vt:lpstr>🔍 Principe Overview + Details</vt:lpstr>
      <vt:lpstr>🎥 Démonstration Live</vt:lpstr>
      <vt:lpstr>💭 Conclusion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Shanti Yanik Noel</cp:lastModifiedBy>
  <cp:revision>2</cp:revision>
  <dcterms:created xsi:type="dcterms:W3CDTF">2013-01-27T09:14:16Z</dcterms:created>
  <dcterms:modified xsi:type="dcterms:W3CDTF">2025-11-02T16:31:54Z</dcterms:modified>
  <cp:category/>
</cp:coreProperties>
</file>